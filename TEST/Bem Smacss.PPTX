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322" r:id="rId3"/>
    <p:sldId id="284" r:id="rId4"/>
    <p:sldId id="357" r:id="rId5"/>
    <p:sldId id="358" r:id="rId6"/>
    <p:sldId id="359" r:id="rId7"/>
    <p:sldId id="360" r:id="rId8"/>
    <p:sldId id="361" r:id="rId9"/>
    <p:sldId id="362" r:id="rId10"/>
    <p:sldId id="363" r:id="rId11"/>
  </p:sldIdLst>
  <p:sldSz cx="9144000" cy="5143500" type="screen16x9"/>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25252"/>
    <a:srgbClr val="FFFFFF"/>
    <a:srgbClr val="323232"/>
    <a:srgbClr val="B2B2B2"/>
    <a:srgbClr val="EAEAEA"/>
    <a:srgbClr val="969696"/>
    <a:srgbClr val="111111"/>
    <a:srgbClr val="212121"/>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98" autoAdjust="0"/>
    <p:restoredTop sz="94629" autoAdjust="0"/>
  </p:normalViewPr>
  <p:slideViewPr>
    <p:cSldViewPr showGuides="1">
      <p:cViewPr varScale="1">
        <p:scale>
          <a:sx n="88" d="100"/>
          <a:sy n="88" d="100"/>
        </p:scale>
        <p:origin x="-858" y="-96"/>
      </p:cViewPr>
      <p:guideLst>
        <p:guide orient="horz" pos="1620"/>
        <p:guide orient="horz" pos="2890"/>
        <p:guide orient="horz" pos="758"/>
        <p:guide pos="2880"/>
        <p:guide pos="295"/>
        <p:guide pos="5465"/>
      </p:guideLst>
    </p:cSldViewPr>
  </p:slideViewPr>
  <p:outlineViewPr>
    <p:cViewPr>
      <p:scale>
        <a:sx n="33" d="100"/>
        <a:sy n="33" d="100"/>
      </p:scale>
      <p:origin x="36" y="1608"/>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uk-U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CC47ED-BCED-447B-976C-9F62F89F0395}" type="datetimeFigureOut">
              <a:rPr lang="uk-UA" smtClean="0"/>
              <a:t>27.06.2018</a:t>
            </a:fld>
            <a:endParaRPr lang="uk-U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uk-U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uk-U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98A809-437D-4988-93A0-22C45D92B2DE}" type="slidenum">
              <a:rPr lang="uk-UA" smtClean="0"/>
              <a:t>‹#›</a:t>
            </a:fld>
            <a:endParaRPr lang="uk-UA"/>
          </a:p>
        </p:txBody>
      </p:sp>
    </p:spTree>
    <p:extLst>
      <p:ext uri="{BB962C8B-B14F-4D97-AF65-F5344CB8AC3E}">
        <p14:creationId xmlns:p14="http://schemas.microsoft.com/office/powerpoint/2010/main" val="138168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1</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2</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3</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4</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5</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6</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7</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8</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9</a:t>
            </a:fld>
            <a:endParaRPr lang="uk-UA"/>
          </a:p>
        </p:txBody>
      </p:sp>
    </p:spTree>
    <p:extLst>
      <p:ext uri="{BB962C8B-B14F-4D97-AF65-F5344CB8AC3E}">
        <p14:creationId xmlns:p14="http://schemas.microsoft.com/office/powerpoint/2010/main" val="3029277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dirty="0"/>
          </a:p>
        </p:txBody>
      </p:sp>
      <p:sp>
        <p:nvSpPr>
          <p:cNvPr id="4" name="Slide Number Placeholder 3"/>
          <p:cNvSpPr>
            <a:spLocks noGrp="1"/>
          </p:cNvSpPr>
          <p:nvPr>
            <p:ph type="sldNum" sz="quarter" idx="10"/>
          </p:nvPr>
        </p:nvSpPr>
        <p:spPr/>
        <p:txBody>
          <a:bodyPr/>
          <a:lstStyle/>
          <a:p>
            <a:fld id="{9498A809-437D-4988-93A0-22C45D92B2DE}" type="slidenum">
              <a:rPr lang="uk-UA" smtClean="0"/>
              <a:t>10</a:t>
            </a:fld>
            <a:endParaRPr lang="uk-UA"/>
          </a:p>
        </p:txBody>
      </p:sp>
    </p:spTree>
    <p:extLst>
      <p:ext uri="{BB962C8B-B14F-4D97-AF65-F5344CB8AC3E}">
        <p14:creationId xmlns:p14="http://schemas.microsoft.com/office/powerpoint/2010/main" val="30292779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V="1">
            <a:off x="0" y="-1"/>
            <a:ext cx="9144000" cy="5143500"/>
          </a:xfrm>
          <a:prstGeom prst="rect">
            <a:avLst/>
          </a:prstGeom>
          <a:noFill/>
          <a:ln>
            <a:noFill/>
          </a:ln>
          <a:effectLst>
            <a:outerShdw blurRad="25400" dist="12700" dir="5400000" algn="tl" rotWithShape="0">
              <a:prstClr val="black">
                <a:alpha val="21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3275856" y="2036680"/>
            <a:ext cx="4966320" cy="679086"/>
          </a:xfrm>
        </p:spPr>
        <p:txBody>
          <a:bodyPr>
            <a:noAutofit/>
          </a:bodyPr>
          <a:lstStyle>
            <a:lvl1pPr algn="l">
              <a:defRPr sz="4000">
                <a:solidFill>
                  <a:schemeClr val="accent5">
                    <a:lumMod val="75000"/>
                  </a:schemeClr>
                </a:solidFill>
              </a:defRPr>
            </a:lvl1pPr>
          </a:lstStyle>
          <a:p>
            <a:r>
              <a:rPr lang="en-US" dirty="0" smtClean="0"/>
              <a:t>PowerPoint</a:t>
            </a:r>
            <a:endParaRPr lang="uk-UA" dirty="0"/>
          </a:p>
        </p:txBody>
      </p:sp>
      <p:sp>
        <p:nvSpPr>
          <p:cNvPr id="3" name="Subtitle 2"/>
          <p:cNvSpPr>
            <a:spLocks noGrp="1"/>
          </p:cNvSpPr>
          <p:nvPr>
            <p:ph type="subTitle" idx="1"/>
          </p:nvPr>
        </p:nvSpPr>
        <p:spPr>
          <a:xfrm>
            <a:off x="3275856" y="2715766"/>
            <a:ext cx="4968552" cy="720080"/>
          </a:xfrm>
        </p:spPr>
        <p:txBody>
          <a:bodyPr>
            <a:normAutofit/>
          </a:bodyPr>
          <a:lstStyle>
            <a:lvl1pPr marL="0" indent="0" algn="l">
              <a:buNone/>
              <a:defRPr sz="1200">
                <a:solidFill>
                  <a:schemeClr val="accent5"/>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uk-UA"/>
          </a:p>
        </p:txBody>
      </p:sp>
      <p:sp>
        <p:nvSpPr>
          <p:cNvPr id="8" name="Oval 7"/>
          <p:cNvSpPr/>
          <p:nvPr userDrawn="1"/>
        </p:nvSpPr>
        <p:spPr>
          <a:xfrm>
            <a:off x="1427644" y="1746210"/>
            <a:ext cx="1781604" cy="1781604"/>
          </a:xfrm>
          <a:prstGeom prst="ellipse">
            <a:avLst/>
          </a:prstGeom>
          <a:solidFill>
            <a:schemeClr val="bg1"/>
          </a:solidFill>
          <a:ln>
            <a:noFill/>
          </a:ln>
          <a:effectLst>
            <a:outerShdw blurRad="25400" dist="12700" dir="54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dirty="0"/>
          </a:p>
        </p:txBody>
      </p:sp>
      <p:sp>
        <p:nvSpPr>
          <p:cNvPr id="9" name="Freeform 558"/>
          <p:cNvSpPr>
            <a:spLocks noEditPoints="1"/>
          </p:cNvSpPr>
          <p:nvPr userDrawn="1"/>
        </p:nvSpPr>
        <p:spPr bwMode="auto">
          <a:xfrm>
            <a:off x="1674035" y="2364739"/>
            <a:ext cx="1288822" cy="568610"/>
          </a:xfrm>
          <a:custGeom>
            <a:avLst/>
            <a:gdLst>
              <a:gd name="T0" fmla="*/ 318 w 400"/>
              <a:gd name="T1" fmla="*/ 0 h 176"/>
              <a:gd name="T2" fmla="*/ 200 w 400"/>
              <a:gd name="T3" fmla="*/ 58 h 176"/>
              <a:gd name="T4" fmla="*/ 82 w 400"/>
              <a:gd name="T5" fmla="*/ 0 h 176"/>
              <a:gd name="T6" fmla="*/ 0 w 400"/>
              <a:gd name="T7" fmla="*/ 88 h 176"/>
              <a:gd name="T8" fmla="*/ 82 w 400"/>
              <a:gd name="T9" fmla="*/ 176 h 176"/>
              <a:gd name="T10" fmla="*/ 82 w 400"/>
              <a:gd name="T11" fmla="*/ 176 h 176"/>
              <a:gd name="T12" fmla="*/ 200 w 400"/>
              <a:gd name="T13" fmla="*/ 118 h 176"/>
              <a:gd name="T14" fmla="*/ 318 w 400"/>
              <a:gd name="T15" fmla="*/ 176 h 176"/>
              <a:gd name="T16" fmla="*/ 400 w 400"/>
              <a:gd name="T17" fmla="*/ 88 h 176"/>
              <a:gd name="T18" fmla="*/ 318 w 400"/>
              <a:gd name="T19" fmla="*/ 0 h 176"/>
              <a:gd name="T20" fmla="*/ 82 w 400"/>
              <a:gd name="T21" fmla="*/ 141 h 176"/>
              <a:gd name="T22" fmla="*/ 36 w 400"/>
              <a:gd name="T23" fmla="*/ 88 h 176"/>
              <a:gd name="T24" fmla="*/ 82 w 400"/>
              <a:gd name="T25" fmla="*/ 35 h 176"/>
              <a:gd name="T26" fmla="*/ 178 w 400"/>
              <a:gd name="T27" fmla="*/ 88 h 176"/>
              <a:gd name="T28" fmla="*/ 82 w 400"/>
              <a:gd name="T29" fmla="*/ 141 h 176"/>
              <a:gd name="T30" fmla="*/ 318 w 400"/>
              <a:gd name="T31" fmla="*/ 141 h 176"/>
              <a:gd name="T32" fmla="*/ 222 w 400"/>
              <a:gd name="T33" fmla="*/ 88 h 176"/>
              <a:gd name="T34" fmla="*/ 318 w 400"/>
              <a:gd name="T35" fmla="*/ 35 h 176"/>
              <a:gd name="T36" fmla="*/ 363 w 400"/>
              <a:gd name="T37" fmla="*/ 88 h 176"/>
              <a:gd name="T38" fmla="*/ 318 w 400"/>
              <a:gd name="T39" fmla="*/ 141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0" h="176">
                <a:moveTo>
                  <a:pt x="318" y="0"/>
                </a:moveTo>
                <a:cubicBezTo>
                  <a:pt x="276" y="0"/>
                  <a:pt x="231" y="23"/>
                  <a:pt x="200" y="58"/>
                </a:cubicBezTo>
                <a:cubicBezTo>
                  <a:pt x="169" y="23"/>
                  <a:pt x="123" y="0"/>
                  <a:pt x="82" y="0"/>
                </a:cubicBezTo>
                <a:cubicBezTo>
                  <a:pt x="42" y="0"/>
                  <a:pt x="0" y="23"/>
                  <a:pt x="0" y="88"/>
                </a:cubicBezTo>
                <a:cubicBezTo>
                  <a:pt x="0" y="153"/>
                  <a:pt x="42" y="176"/>
                  <a:pt x="82" y="176"/>
                </a:cubicBezTo>
                <a:cubicBezTo>
                  <a:pt x="82" y="176"/>
                  <a:pt x="82" y="176"/>
                  <a:pt x="82" y="176"/>
                </a:cubicBezTo>
                <a:cubicBezTo>
                  <a:pt x="123" y="176"/>
                  <a:pt x="169" y="153"/>
                  <a:pt x="200" y="118"/>
                </a:cubicBezTo>
                <a:cubicBezTo>
                  <a:pt x="231" y="153"/>
                  <a:pt x="276" y="176"/>
                  <a:pt x="318" y="176"/>
                </a:cubicBezTo>
                <a:cubicBezTo>
                  <a:pt x="357" y="176"/>
                  <a:pt x="400" y="153"/>
                  <a:pt x="400" y="88"/>
                </a:cubicBezTo>
                <a:cubicBezTo>
                  <a:pt x="400" y="23"/>
                  <a:pt x="357" y="0"/>
                  <a:pt x="318" y="0"/>
                </a:cubicBezTo>
                <a:close/>
                <a:moveTo>
                  <a:pt x="82" y="141"/>
                </a:moveTo>
                <a:cubicBezTo>
                  <a:pt x="51" y="141"/>
                  <a:pt x="36" y="123"/>
                  <a:pt x="36" y="88"/>
                </a:cubicBezTo>
                <a:cubicBezTo>
                  <a:pt x="36" y="53"/>
                  <a:pt x="51" y="35"/>
                  <a:pt x="82" y="35"/>
                </a:cubicBezTo>
                <a:cubicBezTo>
                  <a:pt x="115" y="35"/>
                  <a:pt x="154" y="57"/>
                  <a:pt x="178" y="88"/>
                </a:cubicBezTo>
                <a:cubicBezTo>
                  <a:pt x="154" y="119"/>
                  <a:pt x="115" y="141"/>
                  <a:pt x="82" y="141"/>
                </a:cubicBezTo>
                <a:close/>
                <a:moveTo>
                  <a:pt x="318" y="141"/>
                </a:moveTo>
                <a:cubicBezTo>
                  <a:pt x="284" y="141"/>
                  <a:pt x="246" y="119"/>
                  <a:pt x="222" y="88"/>
                </a:cubicBezTo>
                <a:cubicBezTo>
                  <a:pt x="246" y="57"/>
                  <a:pt x="284" y="35"/>
                  <a:pt x="318" y="35"/>
                </a:cubicBezTo>
                <a:cubicBezTo>
                  <a:pt x="348" y="35"/>
                  <a:pt x="363" y="53"/>
                  <a:pt x="363" y="88"/>
                </a:cubicBezTo>
                <a:cubicBezTo>
                  <a:pt x="363" y="123"/>
                  <a:pt x="348" y="141"/>
                  <a:pt x="318" y="141"/>
                </a:cubicBez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uk-UA"/>
          </a:p>
        </p:txBody>
      </p:sp>
      <p:sp>
        <p:nvSpPr>
          <p:cNvPr id="6" name="Freeform 558"/>
          <p:cNvSpPr>
            <a:spLocks noEditPoints="1"/>
          </p:cNvSpPr>
          <p:nvPr userDrawn="1"/>
        </p:nvSpPr>
        <p:spPr bwMode="auto">
          <a:xfrm>
            <a:off x="1674035" y="2352707"/>
            <a:ext cx="1288822" cy="568610"/>
          </a:xfrm>
          <a:custGeom>
            <a:avLst/>
            <a:gdLst>
              <a:gd name="T0" fmla="*/ 318 w 400"/>
              <a:gd name="T1" fmla="*/ 0 h 176"/>
              <a:gd name="T2" fmla="*/ 200 w 400"/>
              <a:gd name="T3" fmla="*/ 58 h 176"/>
              <a:gd name="T4" fmla="*/ 82 w 400"/>
              <a:gd name="T5" fmla="*/ 0 h 176"/>
              <a:gd name="T6" fmla="*/ 0 w 400"/>
              <a:gd name="T7" fmla="*/ 88 h 176"/>
              <a:gd name="T8" fmla="*/ 82 w 400"/>
              <a:gd name="T9" fmla="*/ 176 h 176"/>
              <a:gd name="T10" fmla="*/ 82 w 400"/>
              <a:gd name="T11" fmla="*/ 176 h 176"/>
              <a:gd name="T12" fmla="*/ 200 w 400"/>
              <a:gd name="T13" fmla="*/ 118 h 176"/>
              <a:gd name="T14" fmla="*/ 318 w 400"/>
              <a:gd name="T15" fmla="*/ 176 h 176"/>
              <a:gd name="T16" fmla="*/ 400 w 400"/>
              <a:gd name="T17" fmla="*/ 88 h 176"/>
              <a:gd name="T18" fmla="*/ 318 w 400"/>
              <a:gd name="T19" fmla="*/ 0 h 176"/>
              <a:gd name="T20" fmla="*/ 82 w 400"/>
              <a:gd name="T21" fmla="*/ 141 h 176"/>
              <a:gd name="T22" fmla="*/ 36 w 400"/>
              <a:gd name="T23" fmla="*/ 88 h 176"/>
              <a:gd name="T24" fmla="*/ 82 w 400"/>
              <a:gd name="T25" fmla="*/ 35 h 176"/>
              <a:gd name="T26" fmla="*/ 178 w 400"/>
              <a:gd name="T27" fmla="*/ 88 h 176"/>
              <a:gd name="T28" fmla="*/ 82 w 400"/>
              <a:gd name="T29" fmla="*/ 141 h 176"/>
              <a:gd name="T30" fmla="*/ 318 w 400"/>
              <a:gd name="T31" fmla="*/ 141 h 176"/>
              <a:gd name="T32" fmla="*/ 222 w 400"/>
              <a:gd name="T33" fmla="*/ 88 h 176"/>
              <a:gd name="T34" fmla="*/ 318 w 400"/>
              <a:gd name="T35" fmla="*/ 35 h 176"/>
              <a:gd name="T36" fmla="*/ 363 w 400"/>
              <a:gd name="T37" fmla="*/ 88 h 176"/>
              <a:gd name="T38" fmla="*/ 318 w 400"/>
              <a:gd name="T39" fmla="*/ 141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0" h="176">
                <a:moveTo>
                  <a:pt x="318" y="0"/>
                </a:moveTo>
                <a:cubicBezTo>
                  <a:pt x="276" y="0"/>
                  <a:pt x="231" y="23"/>
                  <a:pt x="200" y="58"/>
                </a:cubicBezTo>
                <a:cubicBezTo>
                  <a:pt x="169" y="23"/>
                  <a:pt x="123" y="0"/>
                  <a:pt x="82" y="0"/>
                </a:cubicBezTo>
                <a:cubicBezTo>
                  <a:pt x="42" y="0"/>
                  <a:pt x="0" y="23"/>
                  <a:pt x="0" y="88"/>
                </a:cubicBezTo>
                <a:cubicBezTo>
                  <a:pt x="0" y="153"/>
                  <a:pt x="42" y="176"/>
                  <a:pt x="82" y="176"/>
                </a:cubicBezTo>
                <a:cubicBezTo>
                  <a:pt x="82" y="176"/>
                  <a:pt x="82" y="176"/>
                  <a:pt x="82" y="176"/>
                </a:cubicBezTo>
                <a:cubicBezTo>
                  <a:pt x="123" y="176"/>
                  <a:pt x="169" y="153"/>
                  <a:pt x="200" y="118"/>
                </a:cubicBezTo>
                <a:cubicBezTo>
                  <a:pt x="231" y="153"/>
                  <a:pt x="276" y="176"/>
                  <a:pt x="318" y="176"/>
                </a:cubicBezTo>
                <a:cubicBezTo>
                  <a:pt x="357" y="176"/>
                  <a:pt x="400" y="153"/>
                  <a:pt x="400" y="88"/>
                </a:cubicBezTo>
                <a:cubicBezTo>
                  <a:pt x="400" y="23"/>
                  <a:pt x="357" y="0"/>
                  <a:pt x="318" y="0"/>
                </a:cubicBezTo>
                <a:close/>
                <a:moveTo>
                  <a:pt x="82" y="141"/>
                </a:moveTo>
                <a:cubicBezTo>
                  <a:pt x="51" y="141"/>
                  <a:pt x="36" y="123"/>
                  <a:pt x="36" y="88"/>
                </a:cubicBezTo>
                <a:cubicBezTo>
                  <a:pt x="36" y="53"/>
                  <a:pt x="51" y="35"/>
                  <a:pt x="82" y="35"/>
                </a:cubicBezTo>
                <a:cubicBezTo>
                  <a:pt x="115" y="35"/>
                  <a:pt x="154" y="57"/>
                  <a:pt x="178" y="88"/>
                </a:cubicBezTo>
                <a:cubicBezTo>
                  <a:pt x="154" y="119"/>
                  <a:pt x="115" y="141"/>
                  <a:pt x="82" y="141"/>
                </a:cubicBezTo>
                <a:close/>
                <a:moveTo>
                  <a:pt x="318" y="141"/>
                </a:moveTo>
                <a:cubicBezTo>
                  <a:pt x="284" y="141"/>
                  <a:pt x="246" y="119"/>
                  <a:pt x="222" y="88"/>
                </a:cubicBezTo>
                <a:cubicBezTo>
                  <a:pt x="246" y="57"/>
                  <a:pt x="284" y="35"/>
                  <a:pt x="318" y="35"/>
                </a:cubicBezTo>
                <a:cubicBezTo>
                  <a:pt x="348" y="35"/>
                  <a:pt x="363" y="53"/>
                  <a:pt x="363" y="88"/>
                </a:cubicBezTo>
                <a:cubicBezTo>
                  <a:pt x="363" y="123"/>
                  <a:pt x="348" y="141"/>
                  <a:pt x="318" y="141"/>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uk-UA"/>
          </a:p>
        </p:txBody>
      </p:sp>
    </p:spTree>
    <p:extLst>
      <p:ext uri="{BB962C8B-B14F-4D97-AF65-F5344CB8AC3E}">
        <p14:creationId xmlns:p14="http://schemas.microsoft.com/office/powerpoint/2010/main" val="401273318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3" name="Content Placeholder 2"/>
          <p:cNvSpPr>
            <a:spLocks noGrp="1"/>
          </p:cNvSpPr>
          <p:nvPr>
            <p:ph idx="1"/>
          </p:nvPr>
        </p:nvSpPr>
        <p:spPr>
          <a:xfrm>
            <a:off x="457200" y="1203325"/>
            <a:ext cx="8229600" cy="33912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Tree>
    <p:extLst>
      <p:ext uri="{BB962C8B-B14F-4D97-AF65-F5344CB8AC3E}">
        <p14:creationId xmlns:p14="http://schemas.microsoft.com/office/powerpoint/2010/main" val="120065883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dirty="0" err="1" smtClean="0">
                <a:solidFill>
                  <a:schemeClr val="accent3"/>
                </a:solidFill>
              </a:rPr>
              <a:t>COMPANY</a:t>
            </a:r>
            <a:r>
              <a:rPr lang="en-US" dirty="0" err="1"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Tree>
    <p:extLst>
      <p:ext uri="{BB962C8B-B14F-4D97-AF65-F5344CB8AC3E}">
        <p14:creationId xmlns:p14="http://schemas.microsoft.com/office/powerpoint/2010/main" val="70382241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739004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21_Title and Content">
    <p:spTree>
      <p:nvGrpSpPr>
        <p:cNvPr id="1" name=""/>
        <p:cNvGrpSpPr/>
        <p:nvPr/>
      </p:nvGrpSpPr>
      <p:grpSpPr>
        <a:xfrm>
          <a:off x="0" y="0"/>
          <a:ext cx="0" cy="0"/>
          <a:chOff x="0" y="0"/>
          <a:chExt cx="0" cy="0"/>
        </a:xfrm>
      </p:grpSpPr>
      <p:pic>
        <p:nvPicPr>
          <p:cNvPr id="2" name="Picture 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flipV="1">
            <a:off x="0" y="-1"/>
            <a:ext cx="9144000" cy="5143500"/>
          </a:xfrm>
          <a:prstGeom prst="rect">
            <a:avLst/>
          </a:prstGeom>
          <a:noFill/>
          <a:ln>
            <a:noFill/>
          </a:ln>
          <a:effectLst>
            <a:outerShdw blurRad="25400" dist="12700" dir="5400000" algn="tl" rotWithShape="0">
              <a:prstClr val="black">
                <a:alpha val="21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38823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Tree>
    <p:extLst>
      <p:ext uri="{BB962C8B-B14F-4D97-AF65-F5344CB8AC3E}">
        <p14:creationId xmlns:p14="http://schemas.microsoft.com/office/powerpoint/2010/main" val="104964220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0_Title and Content">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 name="Rectangle 7"/>
          <p:cNvSpPr/>
          <p:nvPr userDrawn="1"/>
        </p:nvSpPr>
        <p:spPr>
          <a:xfrm>
            <a:off x="-18130" y="4399183"/>
            <a:ext cx="9162130"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4" name="Picture Placeholder 4"/>
          <p:cNvSpPr>
            <a:spLocks noGrp="1"/>
          </p:cNvSpPr>
          <p:nvPr>
            <p:ph type="pic" sz="quarter" idx="18"/>
          </p:nvPr>
        </p:nvSpPr>
        <p:spPr>
          <a:xfrm>
            <a:off x="0" y="771550"/>
            <a:ext cx="9144000" cy="3627633"/>
          </a:xfrm>
        </p:spPr>
        <p:txBody>
          <a:bodyPr/>
          <a:lstStyle/>
          <a:p>
            <a:endParaRPr lang="uk-UA"/>
          </a:p>
        </p:txBody>
      </p:sp>
    </p:spTree>
    <p:extLst>
      <p:ext uri="{BB962C8B-B14F-4D97-AF65-F5344CB8AC3E}">
        <p14:creationId xmlns:p14="http://schemas.microsoft.com/office/powerpoint/2010/main" val="5498176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Rectangle 7"/>
          <p:cNvSpPr/>
          <p:nvPr userDrawn="1"/>
        </p:nvSpPr>
        <p:spPr>
          <a:xfrm>
            <a:off x="468313" y="4083918"/>
            <a:ext cx="4464050"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8313" y="1707654"/>
            <a:ext cx="4464050" cy="2375892"/>
          </a:xfrm>
        </p:spPr>
        <p:txBody>
          <a:bodyPr/>
          <a:lstStyle/>
          <a:p>
            <a:endParaRPr lang="uk-UA"/>
          </a:p>
        </p:txBody>
      </p:sp>
      <p:sp>
        <p:nvSpPr>
          <p:cNvPr id="7" name="Content Placeholder 6"/>
          <p:cNvSpPr>
            <a:spLocks noGrp="1"/>
          </p:cNvSpPr>
          <p:nvPr>
            <p:ph sz="quarter" idx="19"/>
          </p:nvPr>
        </p:nvSpPr>
        <p:spPr>
          <a:xfrm>
            <a:off x="5292080" y="2211710"/>
            <a:ext cx="3383608" cy="1872928"/>
          </a:xfrm>
        </p:spPr>
        <p:txBody>
          <a:bodyPr>
            <a:normAutofit/>
          </a:bodyPr>
          <a:lstStyle>
            <a:lvl1pPr marL="0" indent="0">
              <a:buNone/>
              <a:defRPr sz="1000"/>
            </a:lvl1pPr>
          </a:lstStyle>
          <a:p>
            <a:pPr lvl="0"/>
            <a:r>
              <a:rPr lang="en-US" dirty="0" smtClean="0"/>
              <a:t>Click to edit Master text styles</a:t>
            </a:r>
          </a:p>
        </p:txBody>
      </p:sp>
      <p:sp>
        <p:nvSpPr>
          <p:cNvPr id="14" name="Text Placeholder 13"/>
          <p:cNvSpPr>
            <a:spLocks noGrp="1"/>
          </p:cNvSpPr>
          <p:nvPr>
            <p:ph type="body" sz="quarter" idx="20" hasCustomPrompt="1"/>
          </p:nvPr>
        </p:nvSpPr>
        <p:spPr>
          <a:xfrm>
            <a:off x="5292271" y="1708150"/>
            <a:ext cx="3383417" cy="358775"/>
          </a:xfrm>
        </p:spPr>
        <p:txBody>
          <a:bodyPr/>
          <a:lstStyle>
            <a:lvl1pPr marL="0" indent="0">
              <a:buNone/>
              <a:defRPr/>
            </a:lvl1pPr>
          </a:lstStyle>
          <a:p>
            <a:pPr lvl="0"/>
            <a:r>
              <a:rPr lang="en-US" dirty="0" smtClean="0"/>
              <a:t>Subtitle</a:t>
            </a:r>
            <a:endParaRPr lang="uk-UA" dirty="0"/>
          </a:p>
        </p:txBody>
      </p:sp>
    </p:spTree>
    <p:extLst>
      <p:ext uri="{BB962C8B-B14F-4D97-AF65-F5344CB8AC3E}">
        <p14:creationId xmlns:p14="http://schemas.microsoft.com/office/powerpoint/2010/main" val="2603261874"/>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p:cNvSpPr/>
          <p:nvPr userDrawn="1"/>
        </p:nvSpPr>
        <p:spPr>
          <a:xfrm>
            <a:off x="450182" y="2859782"/>
            <a:ext cx="822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50182" y="1203325"/>
            <a:ext cx="8225506" cy="1656457"/>
          </a:xfrm>
        </p:spPr>
        <p:txBody>
          <a:bodyPr/>
          <a:lstStyle/>
          <a:p>
            <a:endParaRPr lang="uk-UA"/>
          </a:p>
        </p:txBody>
      </p:sp>
      <p:sp>
        <p:nvSpPr>
          <p:cNvPr id="7" name="Content Placeholder 6"/>
          <p:cNvSpPr>
            <a:spLocks noGrp="1"/>
          </p:cNvSpPr>
          <p:nvPr>
            <p:ph sz="quarter" idx="19"/>
          </p:nvPr>
        </p:nvSpPr>
        <p:spPr>
          <a:xfrm>
            <a:off x="468312" y="3651411"/>
            <a:ext cx="8207375" cy="936464"/>
          </a:xfrm>
        </p:spPr>
        <p:txBody>
          <a:bodyPr>
            <a:normAutofit/>
          </a:bodyPr>
          <a:lstStyle>
            <a:lvl1pPr marL="0" indent="0">
              <a:buNone/>
              <a:defRPr sz="1000"/>
            </a:lvl1pPr>
          </a:lstStyle>
          <a:p>
            <a:pPr lvl="0"/>
            <a:r>
              <a:rPr lang="en-US" dirty="0" smtClean="0"/>
              <a:t>Click to edit Master text styles</a:t>
            </a:r>
          </a:p>
        </p:txBody>
      </p:sp>
      <p:sp>
        <p:nvSpPr>
          <p:cNvPr id="14" name="Text Placeholder 13"/>
          <p:cNvSpPr>
            <a:spLocks noGrp="1"/>
          </p:cNvSpPr>
          <p:nvPr>
            <p:ph type="body" sz="quarter" idx="20" hasCustomPrompt="1"/>
          </p:nvPr>
        </p:nvSpPr>
        <p:spPr>
          <a:xfrm>
            <a:off x="468504" y="3147851"/>
            <a:ext cx="4463859" cy="358775"/>
          </a:xfrm>
        </p:spPr>
        <p:txBody>
          <a:bodyPr/>
          <a:lstStyle>
            <a:lvl1pPr marL="0" indent="0">
              <a:buNone/>
              <a:defRPr/>
            </a:lvl1pPr>
          </a:lstStyle>
          <a:p>
            <a:pPr lvl="0"/>
            <a:r>
              <a:rPr lang="en-US" dirty="0" smtClean="0"/>
              <a:t>Subtitle</a:t>
            </a:r>
            <a:endParaRPr lang="uk-UA" dirty="0"/>
          </a:p>
        </p:txBody>
      </p:sp>
    </p:spTree>
    <p:extLst>
      <p:ext uri="{BB962C8B-B14F-4D97-AF65-F5344CB8AC3E}">
        <p14:creationId xmlns:p14="http://schemas.microsoft.com/office/powerpoint/2010/main" val="254693970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Title and Content">
    <p:spTree>
      <p:nvGrpSpPr>
        <p:cNvPr id="1" name=""/>
        <p:cNvGrpSpPr/>
        <p:nvPr/>
      </p:nvGrpSpPr>
      <p:grpSpPr>
        <a:xfrm>
          <a:off x="0" y="0"/>
          <a:ext cx="0" cy="0"/>
          <a:chOff x="0" y="0"/>
          <a:chExt cx="0" cy="0"/>
        </a:xfrm>
      </p:grpSpPr>
      <p:sp>
        <p:nvSpPr>
          <p:cNvPr id="8" name="Rectangle 7"/>
          <p:cNvSpPr/>
          <p:nvPr userDrawn="1"/>
        </p:nvSpPr>
        <p:spPr>
          <a:xfrm>
            <a:off x="-18130" y="4399183"/>
            <a:ext cx="9162130"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0" y="1203325"/>
            <a:ext cx="9144000" cy="3195858"/>
          </a:xfrm>
        </p:spPr>
        <p:txBody>
          <a:bodyPr/>
          <a:lstStyle/>
          <a:p>
            <a:endParaRPr lang="uk-UA"/>
          </a:p>
        </p:txBody>
      </p:sp>
    </p:spTree>
    <p:extLst>
      <p:ext uri="{BB962C8B-B14F-4D97-AF65-F5344CB8AC3E}">
        <p14:creationId xmlns:p14="http://schemas.microsoft.com/office/powerpoint/2010/main" val="2200215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p:cNvSpPr/>
          <p:nvPr userDrawn="1"/>
        </p:nvSpPr>
        <p:spPr>
          <a:xfrm>
            <a:off x="4788024" y="2859782"/>
            <a:ext cx="3887664"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788024" y="1203325"/>
            <a:ext cx="3887664" cy="1656457"/>
          </a:xfrm>
        </p:spPr>
        <p:txBody>
          <a:bodyPr/>
          <a:lstStyle/>
          <a:p>
            <a:endParaRPr lang="uk-UA"/>
          </a:p>
        </p:txBody>
      </p:sp>
      <p:sp>
        <p:nvSpPr>
          <p:cNvPr id="7" name="Content Placeholder 6"/>
          <p:cNvSpPr>
            <a:spLocks noGrp="1"/>
          </p:cNvSpPr>
          <p:nvPr>
            <p:ph sz="quarter" idx="19"/>
          </p:nvPr>
        </p:nvSpPr>
        <p:spPr>
          <a:xfrm>
            <a:off x="468313" y="1685251"/>
            <a:ext cx="3959671" cy="2902623"/>
          </a:xfrm>
        </p:spPr>
        <p:txBody>
          <a:bodyPr>
            <a:normAutofit/>
          </a:bodyPr>
          <a:lstStyle>
            <a:lvl1pPr marL="0" indent="0">
              <a:buNone/>
              <a:defRPr sz="1000"/>
            </a:lvl1pPr>
          </a:lstStyle>
          <a:p>
            <a:pPr lvl="0"/>
            <a:r>
              <a:rPr lang="en-US" dirty="0" smtClean="0"/>
              <a:t>Click to edit Master text styles</a:t>
            </a:r>
          </a:p>
        </p:txBody>
      </p:sp>
      <p:sp>
        <p:nvSpPr>
          <p:cNvPr id="14" name="Text Placeholder 13"/>
          <p:cNvSpPr>
            <a:spLocks noGrp="1"/>
          </p:cNvSpPr>
          <p:nvPr>
            <p:ph type="body" sz="quarter" idx="20" hasCustomPrompt="1"/>
          </p:nvPr>
        </p:nvSpPr>
        <p:spPr>
          <a:xfrm>
            <a:off x="468505" y="1181692"/>
            <a:ext cx="3959480" cy="358775"/>
          </a:xfrm>
        </p:spPr>
        <p:txBody>
          <a:bodyPr/>
          <a:lstStyle>
            <a:lvl1pPr marL="0" indent="0">
              <a:buNone/>
              <a:defRPr/>
            </a:lvl1pPr>
          </a:lstStyle>
          <a:p>
            <a:pPr lvl="0"/>
            <a:r>
              <a:rPr lang="en-US" dirty="0" smtClean="0"/>
              <a:t>Subtitle</a:t>
            </a:r>
            <a:endParaRPr lang="uk-UA" dirty="0"/>
          </a:p>
        </p:txBody>
      </p:sp>
      <p:sp>
        <p:nvSpPr>
          <p:cNvPr id="12" name="Content Placeholder 6"/>
          <p:cNvSpPr>
            <a:spLocks noGrp="1"/>
          </p:cNvSpPr>
          <p:nvPr>
            <p:ph sz="quarter" idx="21"/>
          </p:nvPr>
        </p:nvSpPr>
        <p:spPr>
          <a:xfrm>
            <a:off x="4788024" y="3219822"/>
            <a:ext cx="3885956" cy="1368052"/>
          </a:xfrm>
        </p:spPr>
        <p:txBody>
          <a:bodyPr>
            <a:normAutofit/>
          </a:bodyPr>
          <a:lstStyle>
            <a:lvl1pPr marL="0" indent="0">
              <a:buNone/>
              <a:defRPr sz="1000"/>
            </a:lvl1pPr>
          </a:lstStyle>
          <a:p>
            <a:pPr lvl="0"/>
            <a:r>
              <a:rPr lang="en-US" dirty="0" smtClean="0"/>
              <a:t>Click to edit Master text styles</a:t>
            </a:r>
          </a:p>
        </p:txBody>
      </p:sp>
    </p:spTree>
    <p:extLst>
      <p:ext uri="{BB962C8B-B14F-4D97-AF65-F5344CB8AC3E}">
        <p14:creationId xmlns:p14="http://schemas.microsoft.com/office/powerpoint/2010/main" val="145116618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p:cNvSpPr/>
          <p:nvPr userDrawn="1"/>
        </p:nvSpPr>
        <p:spPr>
          <a:xfrm>
            <a:off x="468313" y="3149903"/>
            <a:ext cx="2447503"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8313" y="1205687"/>
            <a:ext cx="2447503" cy="1943844"/>
          </a:xfrm>
        </p:spPr>
        <p:txBody>
          <a:bodyPr/>
          <a:lstStyle/>
          <a:p>
            <a:endParaRPr lang="uk-UA"/>
          </a:p>
        </p:txBody>
      </p:sp>
      <p:sp>
        <p:nvSpPr>
          <p:cNvPr id="7" name="Content Placeholder 6"/>
          <p:cNvSpPr>
            <a:spLocks noGrp="1"/>
          </p:cNvSpPr>
          <p:nvPr>
            <p:ph sz="quarter" idx="19"/>
          </p:nvPr>
        </p:nvSpPr>
        <p:spPr>
          <a:xfrm>
            <a:off x="468313" y="3939902"/>
            <a:ext cx="2447474" cy="647973"/>
          </a:xfrm>
        </p:spPr>
        <p:txBody>
          <a:bodyPr>
            <a:normAutofit/>
          </a:bodyPr>
          <a:lstStyle>
            <a:lvl1pPr marL="0" indent="0">
              <a:buNone/>
              <a:defRPr sz="1000"/>
            </a:lvl1pPr>
          </a:lstStyle>
          <a:p>
            <a:pPr lvl="0"/>
            <a:r>
              <a:rPr lang="en-US" dirty="0" smtClean="0"/>
              <a:t>Click to edit Master text styles</a:t>
            </a:r>
          </a:p>
        </p:txBody>
      </p:sp>
      <p:sp>
        <p:nvSpPr>
          <p:cNvPr id="14" name="Text Placeholder 13"/>
          <p:cNvSpPr>
            <a:spLocks noGrp="1"/>
          </p:cNvSpPr>
          <p:nvPr>
            <p:ph type="body" sz="quarter" idx="20" hasCustomPrompt="1"/>
          </p:nvPr>
        </p:nvSpPr>
        <p:spPr>
          <a:xfrm>
            <a:off x="468505" y="3435846"/>
            <a:ext cx="1871272" cy="504056"/>
          </a:xfrm>
        </p:spPr>
        <p:txBody>
          <a:bodyPr/>
          <a:lstStyle>
            <a:lvl1pPr marL="0" indent="0">
              <a:buNone/>
              <a:defRPr>
                <a:latin typeface="+mj-lt"/>
              </a:defRPr>
            </a:lvl1pPr>
          </a:lstStyle>
          <a:p>
            <a:pPr lvl="0"/>
            <a:r>
              <a:rPr lang="en-US" dirty="0" smtClean="0"/>
              <a:t>Subtitle</a:t>
            </a:r>
            <a:endParaRPr lang="uk-UA" dirty="0"/>
          </a:p>
        </p:txBody>
      </p:sp>
      <p:sp>
        <p:nvSpPr>
          <p:cNvPr id="12" name="Rectangle 7"/>
          <p:cNvSpPr/>
          <p:nvPr userDrawn="1"/>
        </p:nvSpPr>
        <p:spPr>
          <a:xfrm>
            <a:off x="3347864" y="3149903"/>
            <a:ext cx="2447503"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5" name="Picture Placeholder 4"/>
          <p:cNvSpPr>
            <a:spLocks noGrp="1"/>
          </p:cNvSpPr>
          <p:nvPr>
            <p:ph type="pic" sz="quarter" idx="21"/>
          </p:nvPr>
        </p:nvSpPr>
        <p:spPr>
          <a:xfrm>
            <a:off x="3347864" y="1205687"/>
            <a:ext cx="2447503" cy="1943844"/>
          </a:xfrm>
        </p:spPr>
        <p:txBody>
          <a:bodyPr/>
          <a:lstStyle/>
          <a:p>
            <a:endParaRPr lang="uk-UA"/>
          </a:p>
        </p:txBody>
      </p:sp>
      <p:sp>
        <p:nvSpPr>
          <p:cNvPr id="16" name="Content Placeholder 6"/>
          <p:cNvSpPr>
            <a:spLocks noGrp="1"/>
          </p:cNvSpPr>
          <p:nvPr>
            <p:ph sz="quarter" idx="22"/>
          </p:nvPr>
        </p:nvSpPr>
        <p:spPr>
          <a:xfrm>
            <a:off x="3347864" y="3939902"/>
            <a:ext cx="2447474" cy="647973"/>
          </a:xfrm>
        </p:spPr>
        <p:txBody>
          <a:bodyPr>
            <a:normAutofit/>
          </a:bodyPr>
          <a:lstStyle>
            <a:lvl1pPr marL="0" indent="0">
              <a:buNone/>
              <a:defRPr sz="1000"/>
            </a:lvl1pPr>
          </a:lstStyle>
          <a:p>
            <a:pPr lvl="0"/>
            <a:r>
              <a:rPr lang="en-US" dirty="0" smtClean="0"/>
              <a:t>Click to edit Master text styles</a:t>
            </a:r>
          </a:p>
        </p:txBody>
      </p:sp>
      <p:sp>
        <p:nvSpPr>
          <p:cNvPr id="17" name="Text Placeholder 13"/>
          <p:cNvSpPr>
            <a:spLocks noGrp="1"/>
          </p:cNvSpPr>
          <p:nvPr>
            <p:ph type="body" sz="quarter" idx="23" hasCustomPrompt="1"/>
          </p:nvPr>
        </p:nvSpPr>
        <p:spPr>
          <a:xfrm>
            <a:off x="3348056" y="3435846"/>
            <a:ext cx="1871272" cy="504056"/>
          </a:xfrm>
        </p:spPr>
        <p:txBody>
          <a:bodyPr/>
          <a:lstStyle>
            <a:lvl1pPr marL="0" indent="0">
              <a:buNone/>
              <a:defRPr>
                <a:latin typeface="+mj-lt"/>
              </a:defRPr>
            </a:lvl1pPr>
          </a:lstStyle>
          <a:p>
            <a:pPr lvl="0"/>
            <a:r>
              <a:rPr lang="en-US" dirty="0" smtClean="0"/>
              <a:t>Subtitle</a:t>
            </a:r>
            <a:endParaRPr lang="uk-UA" dirty="0"/>
          </a:p>
        </p:txBody>
      </p:sp>
      <p:sp>
        <p:nvSpPr>
          <p:cNvPr id="18" name="Rectangle 7"/>
          <p:cNvSpPr/>
          <p:nvPr userDrawn="1"/>
        </p:nvSpPr>
        <p:spPr>
          <a:xfrm>
            <a:off x="6228928" y="3149903"/>
            <a:ext cx="2447503"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9" name="Picture Placeholder 4"/>
          <p:cNvSpPr>
            <a:spLocks noGrp="1"/>
          </p:cNvSpPr>
          <p:nvPr>
            <p:ph type="pic" sz="quarter" idx="24"/>
          </p:nvPr>
        </p:nvSpPr>
        <p:spPr>
          <a:xfrm>
            <a:off x="6228928" y="1205687"/>
            <a:ext cx="2447503" cy="1943844"/>
          </a:xfrm>
        </p:spPr>
        <p:txBody>
          <a:bodyPr/>
          <a:lstStyle/>
          <a:p>
            <a:endParaRPr lang="uk-UA"/>
          </a:p>
        </p:txBody>
      </p:sp>
      <p:sp>
        <p:nvSpPr>
          <p:cNvPr id="20" name="Content Placeholder 6"/>
          <p:cNvSpPr>
            <a:spLocks noGrp="1"/>
          </p:cNvSpPr>
          <p:nvPr>
            <p:ph sz="quarter" idx="25"/>
          </p:nvPr>
        </p:nvSpPr>
        <p:spPr>
          <a:xfrm>
            <a:off x="6228928" y="3939902"/>
            <a:ext cx="2447474" cy="647973"/>
          </a:xfrm>
        </p:spPr>
        <p:txBody>
          <a:bodyPr>
            <a:normAutofit/>
          </a:bodyPr>
          <a:lstStyle>
            <a:lvl1pPr marL="0" indent="0">
              <a:buNone/>
              <a:defRPr sz="1000"/>
            </a:lvl1pPr>
          </a:lstStyle>
          <a:p>
            <a:pPr lvl="0"/>
            <a:r>
              <a:rPr lang="en-US" dirty="0" smtClean="0"/>
              <a:t>Click to edit Master text styles</a:t>
            </a:r>
          </a:p>
        </p:txBody>
      </p:sp>
      <p:sp>
        <p:nvSpPr>
          <p:cNvPr id="21" name="Text Placeholder 13"/>
          <p:cNvSpPr>
            <a:spLocks noGrp="1"/>
          </p:cNvSpPr>
          <p:nvPr>
            <p:ph type="body" sz="quarter" idx="26" hasCustomPrompt="1"/>
          </p:nvPr>
        </p:nvSpPr>
        <p:spPr>
          <a:xfrm>
            <a:off x="6229120" y="3435846"/>
            <a:ext cx="1871272" cy="504056"/>
          </a:xfrm>
        </p:spPr>
        <p:txBody>
          <a:bodyPr/>
          <a:lstStyle>
            <a:lvl1pPr marL="0" indent="0">
              <a:buNone/>
              <a:defRPr>
                <a:latin typeface="+mj-lt"/>
              </a:defRPr>
            </a:lvl1pPr>
          </a:lstStyle>
          <a:p>
            <a:pPr lvl="0"/>
            <a:r>
              <a:rPr lang="en-US" dirty="0" smtClean="0"/>
              <a:t>Subtitle</a:t>
            </a:r>
            <a:endParaRPr lang="uk-UA" dirty="0"/>
          </a:p>
        </p:txBody>
      </p:sp>
    </p:spTree>
    <p:extLst>
      <p:ext uri="{BB962C8B-B14F-4D97-AF65-F5344CB8AC3E}">
        <p14:creationId xmlns:p14="http://schemas.microsoft.com/office/powerpoint/2010/main" val="319191587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4" name="Picture Placeholder 3"/>
          <p:cNvSpPr>
            <a:spLocks noGrp="1"/>
          </p:cNvSpPr>
          <p:nvPr>
            <p:ph type="pic" sz="quarter" idx="18"/>
          </p:nvPr>
        </p:nvSpPr>
        <p:spPr>
          <a:xfrm>
            <a:off x="4054467" y="1203325"/>
            <a:ext cx="1035066" cy="1035064"/>
          </a:xfrm>
          <a:prstGeom prst="ellipse">
            <a:avLst/>
          </a:prstGeom>
        </p:spPr>
        <p:txBody>
          <a:bodyPr/>
          <a:lstStyle>
            <a:lvl1pPr marL="0" indent="0">
              <a:buNone/>
              <a:defRPr/>
            </a:lvl1pPr>
          </a:lstStyle>
          <a:p>
            <a:endParaRPr lang="uk-UA" dirty="0"/>
          </a:p>
        </p:txBody>
      </p:sp>
      <p:sp>
        <p:nvSpPr>
          <p:cNvPr id="22" name="Text Placeholder 21"/>
          <p:cNvSpPr>
            <a:spLocks noGrp="1"/>
          </p:cNvSpPr>
          <p:nvPr>
            <p:ph type="body" sz="quarter" idx="19"/>
          </p:nvPr>
        </p:nvSpPr>
        <p:spPr>
          <a:xfrm>
            <a:off x="4702539" y="1275606"/>
            <a:ext cx="2879725" cy="9361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uk-UA"/>
          </a:p>
        </p:txBody>
      </p:sp>
      <p:sp>
        <p:nvSpPr>
          <p:cNvPr id="24" name="Picture Placeholder 3"/>
          <p:cNvSpPr>
            <a:spLocks noGrp="1"/>
          </p:cNvSpPr>
          <p:nvPr>
            <p:ph type="pic" sz="quarter" idx="20"/>
          </p:nvPr>
        </p:nvSpPr>
        <p:spPr>
          <a:xfrm>
            <a:off x="899592" y="2429930"/>
            <a:ext cx="742642" cy="742640"/>
          </a:xfrm>
          <a:prstGeom prst="ellipse">
            <a:avLst/>
          </a:prstGeom>
        </p:spPr>
        <p:txBody>
          <a:bodyPr/>
          <a:lstStyle>
            <a:lvl1pPr marL="0" indent="0">
              <a:buNone/>
              <a:defRPr/>
            </a:lvl1pPr>
          </a:lstStyle>
          <a:p>
            <a:endParaRPr lang="uk-UA" dirty="0"/>
          </a:p>
        </p:txBody>
      </p:sp>
      <p:sp>
        <p:nvSpPr>
          <p:cNvPr id="25" name="Text Placeholder 21"/>
          <p:cNvSpPr>
            <a:spLocks noGrp="1"/>
          </p:cNvSpPr>
          <p:nvPr>
            <p:ph type="body" sz="quarter" idx="21" hasCustomPrompt="1"/>
          </p:nvPr>
        </p:nvSpPr>
        <p:spPr>
          <a:xfrm>
            <a:off x="1401453" y="2499742"/>
            <a:ext cx="1800200" cy="648618"/>
          </a:xfrm>
        </p:spPr>
        <p:txBody>
          <a:bodyPr>
            <a:normAutofit/>
          </a:bodyPr>
          <a:lstStyle>
            <a:lvl1pPr marL="0" indent="0">
              <a:buNone/>
              <a:defRPr sz="1000"/>
            </a:lvl1pPr>
          </a:lstStyle>
          <a:p>
            <a:pPr lvl="0"/>
            <a:r>
              <a:rPr lang="en-US" dirty="0" smtClean="0"/>
              <a:t>text</a:t>
            </a:r>
            <a:endParaRPr lang="uk-UA" dirty="0"/>
          </a:p>
        </p:txBody>
      </p:sp>
      <p:sp>
        <p:nvSpPr>
          <p:cNvPr id="26" name="Picture Placeholder 3"/>
          <p:cNvSpPr>
            <a:spLocks noGrp="1"/>
          </p:cNvSpPr>
          <p:nvPr>
            <p:ph type="pic" sz="quarter" idx="22"/>
          </p:nvPr>
        </p:nvSpPr>
        <p:spPr>
          <a:xfrm>
            <a:off x="3419871" y="2429930"/>
            <a:ext cx="742642" cy="742640"/>
          </a:xfrm>
          <a:prstGeom prst="ellipse">
            <a:avLst/>
          </a:prstGeom>
        </p:spPr>
        <p:txBody>
          <a:bodyPr/>
          <a:lstStyle>
            <a:lvl1pPr marL="0" indent="0">
              <a:buNone/>
              <a:defRPr/>
            </a:lvl1pPr>
          </a:lstStyle>
          <a:p>
            <a:endParaRPr lang="uk-UA" dirty="0"/>
          </a:p>
        </p:txBody>
      </p:sp>
      <p:sp>
        <p:nvSpPr>
          <p:cNvPr id="27" name="Text Placeholder 21"/>
          <p:cNvSpPr>
            <a:spLocks noGrp="1"/>
          </p:cNvSpPr>
          <p:nvPr>
            <p:ph type="body" sz="quarter" idx="23" hasCustomPrompt="1"/>
          </p:nvPr>
        </p:nvSpPr>
        <p:spPr>
          <a:xfrm>
            <a:off x="3921732" y="2499742"/>
            <a:ext cx="1800200" cy="648618"/>
          </a:xfrm>
        </p:spPr>
        <p:txBody>
          <a:bodyPr>
            <a:normAutofit/>
          </a:bodyPr>
          <a:lstStyle>
            <a:lvl1pPr marL="0" indent="0">
              <a:buNone/>
              <a:defRPr sz="1000"/>
            </a:lvl1pPr>
          </a:lstStyle>
          <a:p>
            <a:pPr lvl="0"/>
            <a:r>
              <a:rPr lang="en-US" dirty="0" smtClean="0"/>
              <a:t>text</a:t>
            </a:r>
            <a:endParaRPr lang="uk-UA" dirty="0"/>
          </a:p>
        </p:txBody>
      </p:sp>
      <p:sp>
        <p:nvSpPr>
          <p:cNvPr id="28" name="Picture Placeholder 3"/>
          <p:cNvSpPr>
            <a:spLocks noGrp="1"/>
          </p:cNvSpPr>
          <p:nvPr>
            <p:ph type="pic" sz="quarter" idx="24"/>
          </p:nvPr>
        </p:nvSpPr>
        <p:spPr>
          <a:xfrm>
            <a:off x="5940151" y="2429930"/>
            <a:ext cx="742642" cy="742640"/>
          </a:xfrm>
          <a:prstGeom prst="ellipse">
            <a:avLst/>
          </a:prstGeom>
        </p:spPr>
        <p:txBody>
          <a:bodyPr/>
          <a:lstStyle>
            <a:lvl1pPr marL="0" indent="0">
              <a:buNone/>
              <a:defRPr/>
            </a:lvl1pPr>
          </a:lstStyle>
          <a:p>
            <a:endParaRPr lang="uk-UA" dirty="0"/>
          </a:p>
        </p:txBody>
      </p:sp>
      <p:sp>
        <p:nvSpPr>
          <p:cNvPr id="29" name="Text Placeholder 21"/>
          <p:cNvSpPr>
            <a:spLocks noGrp="1"/>
          </p:cNvSpPr>
          <p:nvPr>
            <p:ph type="body" sz="quarter" idx="25" hasCustomPrompt="1"/>
          </p:nvPr>
        </p:nvSpPr>
        <p:spPr>
          <a:xfrm>
            <a:off x="6442012" y="2499742"/>
            <a:ext cx="1800200" cy="648618"/>
          </a:xfrm>
        </p:spPr>
        <p:txBody>
          <a:bodyPr>
            <a:normAutofit/>
          </a:bodyPr>
          <a:lstStyle>
            <a:lvl1pPr marL="0" indent="0">
              <a:buNone/>
              <a:defRPr sz="1000"/>
            </a:lvl1pPr>
          </a:lstStyle>
          <a:p>
            <a:pPr lvl="0"/>
            <a:r>
              <a:rPr lang="en-US" dirty="0" smtClean="0"/>
              <a:t>text</a:t>
            </a:r>
            <a:endParaRPr lang="uk-UA" dirty="0"/>
          </a:p>
        </p:txBody>
      </p:sp>
    </p:spTree>
    <p:extLst>
      <p:ext uri="{BB962C8B-B14F-4D97-AF65-F5344CB8AC3E}">
        <p14:creationId xmlns:p14="http://schemas.microsoft.com/office/powerpoint/2010/main" val="959302359"/>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sp>
        <p:nvSpPr>
          <p:cNvPr id="8" name="Rectangle 7"/>
          <p:cNvSpPr/>
          <p:nvPr userDrawn="1"/>
        </p:nvSpPr>
        <p:spPr>
          <a:xfrm>
            <a:off x="468313" y="3363838"/>
            <a:ext cx="2447503"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8313" y="1851670"/>
            <a:ext cx="2447503" cy="1511796"/>
          </a:xfrm>
        </p:spPr>
        <p:txBody>
          <a:bodyPr/>
          <a:lstStyle/>
          <a:p>
            <a:endParaRPr lang="uk-UA"/>
          </a:p>
        </p:txBody>
      </p:sp>
      <p:sp>
        <p:nvSpPr>
          <p:cNvPr id="7" name="Content Placeholder 6"/>
          <p:cNvSpPr>
            <a:spLocks noGrp="1"/>
          </p:cNvSpPr>
          <p:nvPr>
            <p:ph sz="quarter" idx="19"/>
          </p:nvPr>
        </p:nvSpPr>
        <p:spPr>
          <a:xfrm>
            <a:off x="468313" y="3939902"/>
            <a:ext cx="2447474" cy="647973"/>
          </a:xfrm>
        </p:spPr>
        <p:txBody>
          <a:bodyPr>
            <a:normAutofit/>
          </a:bodyPr>
          <a:lstStyle>
            <a:lvl1pPr marL="0" indent="0">
              <a:buNone/>
              <a:defRPr sz="1000"/>
            </a:lvl1pPr>
          </a:lstStyle>
          <a:p>
            <a:pPr lvl="0"/>
            <a:r>
              <a:rPr lang="en-US" dirty="0" smtClean="0"/>
              <a:t>Click to edit Master text styles</a:t>
            </a:r>
          </a:p>
        </p:txBody>
      </p:sp>
      <p:sp>
        <p:nvSpPr>
          <p:cNvPr id="14" name="Text Placeholder 13"/>
          <p:cNvSpPr>
            <a:spLocks noGrp="1"/>
          </p:cNvSpPr>
          <p:nvPr>
            <p:ph type="body" sz="quarter" idx="20" hasCustomPrompt="1"/>
          </p:nvPr>
        </p:nvSpPr>
        <p:spPr>
          <a:xfrm>
            <a:off x="468505" y="3579862"/>
            <a:ext cx="2446568" cy="360040"/>
          </a:xfrm>
        </p:spPr>
        <p:txBody>
          <a:bodyPr/>
          <a:lstStyle>
            <a:lvl1pPr marL="0" indent="0">
              <a:buNone/>
              <a:defRPr>
                <a:latin typeface="+mj-lt"/>
              </a:defRPr>
            </a:lvl1pPr>
          </a:lstStyle>
          <a:p>
            <a:pPr lvl="0"/>
            <a:r>
              <a:rPr lang="en-US" dirty="0" smtClean="0"/>
              <a:t>Subtitle</a:t>
            </a:r>
            <a:endParaRPr lang="uk-UA" dirty="0"/>
          </a:p>
        </p:txBody>
      </p:sp>
      <p:sp>
        <p:nvSpPr>
          <p:cNvPr id="12" name="Rectangle 7"/>
          <p:cNvSpPr/>
          <p:nvPr userDrawn="1"/>
        </p:nvSpPr>
        <p:spPr>
          <a:xfrm>
            <a:off x="3347864" y="3363838"/>
            <a:ext cx="2447503"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5" name="Picture Placeholder 4"/>
          <p:cNvSpPr>
            <a:spLocks noGrp="1"/>
          </p:cNvSpPr>
          <p:nvPr>
            <p:ph type="pic" sz="quarter" idx="21"/>
          </p:nvPr>
        </p:nvSpPr>
        <p:spPr>
          <a:xfrm>
            <a:off x="3347864" y="1851670"/>
            <a:ext cx="2447503" cy="1511796"/>
          </a:xfrm>
        </p:spPr>
        <p:txBody>
          <a:bodyPr/>
          <a:lstStyle/>
          <a:p>
            <a:endParaRPr lang="uk-UA"/>
          </a:p>
        </p:txBody>
      </p:sp>
      <p:sp>
        <p:nvSpPr>
          <p:cNvPr id="16" name="Content Placeholder 6"/>
          <p:cNvSpPr>
            <a:spLocks noGrp="1"/>
          </p:cNvSpPr>
          <p:nvPr>
            <p:ph sz="quarter" idx="22"/>
          </p:nvPr>
        </p:nvSpPr>
        <p:spPr>
          <a:xfrm>
            <a:off x="3347864" y="3939902"/>
            <a:ext cx="2447474" cy="647973"/>
          </a:xfrm>
        </p:spPr>
        <p:txBody>
          <a:bodyPr>
            <a:normAutofit/>
          </a:bodyPr>
          <a:lstStyle>
            <a:lvl1pPr marL="0" indent="0">
              <a:buNone/>
              <a:defRPr sz="1000"/>
            </a:lvl1pPr>
          </a:lstStyle>
          <a:p>
            <a:pPr lvl="0"/>
            <a:r>
              <a:rPr lang="en-US" dirty="0" smtClean="0"/>
              <a:t>Click to edit Master text styles</a:t>
            </a:r>
          </a:p>
        </p:txBody>
      </p:sp>
      <p:sp>
        <p:nvSpPr>
          <p:cNvPr id="17" name="Text Placeholder 13"/>
          <p:cNvSpPr>
            <a:spLocks noGrp="1"/>
          </p:cNvSpPr>
          <p:nvPr>
            <p:ph type="body" sz="quarter" idx="23" hasCustomPrompt="1"/>
          </p:nvPr>
        </p:nvSpPr>
        <p:spPr>
          <a:xfrm>
            <a:off x="3348056" y="3579862"/>
            <a:ext cx="2446568" cy="360040"/>
          </a:xfrm>
        </p:spPr>
        <p:txBody>
          <a:bodyPr/>
          <a:lstStyle>
            <a:lvl1pPr marL="0" indent="0">
              <a:buNone/>
              <a:defRPr>
                <a:latin typeface="+mj-lt"/>
              </a:defRPr>
            </a:lvl1pPr>
          </a:lstStyle>
          <a:p>
            <a:pPr lvl="0"/>
            <a:r>
              <a:rPr lang="en-US" dirty="0" smtClean="0"/>
              <a:t>Subtitle</a:t>
            </a:r>
            <a:endParaRPr lang="uk-UA" dirty="0"/>
          </a:p>
        </p:txBody>
      </p:sp>
      <p:sp>
        <p:nvSpPr>
          <p:cNvPr id="18" name="Rectangle 7"/>
          <p:cNvSpPr/>
          <p:nvPr userDrawn="1"/>
        </p:nvSpPr>
        <p:spPr>
          <a:xfrm>
            <a:off x="6228928" y="3363838"/>
            <a:ext cx="2447503"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9" name="Picture Placeholder 4"/>
          <p:cNvSpPr>
            <a:spLocks noGrp="1"/>
          </p:cNvSpPr>
          <p:nvPr>
            <p:ph type="pic" sz="quarter" idx="24"/>
          </p:nvPr>
        </p:nvSpPr>
        <p:spPr>
          <a:xfrm>
            <a:off x="6228928" y="1851670"/>
            <a:ext cx="2447503" cy="1511796"/>
          </a:xfrm>
        </p:spPr>
        <p:txBody>
          <a:bodyPr/>
          <a:lstStyle/>
          <a:p>
            <a:endParaRPr lang="uk-UA"/>
          </a:p>
        </p:txBody>
      </p:sp>
      <p:sp>
        <p:nvSpPr>
          <p:cNvPr id="20" name="Content Placeholder 6"/>
          <p:cNvSpPr>
            <a:spLocks noGrp="1"/>
          </p:cNvSpPr>
          <p:nvPr>
            <p:ph sz="quarter" idx="25"/>
          </p:nvPr>
        </p:nvSpPr>
        <p:spPr>
          <a:xfrm>
            <a:off x="6228928" y="3939902"/>
            <a:ext cx="2447474" cy="647973"/>
          </a:xfrm>
        </p:spPr>
        <p:txBody>
          <a:bodyPr>
            <a:normAutofit/>
          </a:bodyPr>
          <a:lstStyle>
            <a:lvl1pPr marL="0" indent="0">
              <a:buNone/>
              <a:defRPr sz="1000"/>
            </a:lvl1pPr>
          </a:lstStyle>
          <a:p>
            <a:pPr lvl="0"/>
            <a:r>
              <a:rPr lang="en-US" dirty="0" smtClean="0"/>
              <a:t>Click to edit Master text styles</a:t>
            </a:r>
          </a:p>
        </p:txBody>
      </p:sp>
      <p:sp>
        <p:nvSpPr>
          <p:cNvPr id="21" name="Text Placeholder 13"/>
          <p:cNvSpPr>
            <a:spLocks noGrp="1"/>
          </p:cNvSpPr>
          <p:nvPr>
            <p:ph type="body" sz="quarter" idx="26" hasCustomPrompt="1"/>
          </p:nvPr>
        </p:nvSpPr>
        <p:spPr>
          <a:xfrm>
            <a:off x="6229120" y="3579862"/>
            <a:ext cx="2446568" cy="360040"/>
          </a:xfrm>
        </p:spPr>
        <p:txBody>
          <a:bodyPr/>
          <a:lstStyle>
            <a:lvl1pPr marL="0" indent="0">
              <a:buNone/>
              <a:defRPr>
                <a:latin typeface="+mj-lt"/>
              </a:defRPr>
            </a:lvl1pPr>
          </a:lstStyle>
          <a:p>
            <a:pPr lvl="0"/>
            <a:r>
              <a:rPr lang="en-US" dirty="0" smtClean="0"/>
              <a:t>Subtitle</a:t>
            </a:r>
            <a:endParaRPr lang="uk-UA" dirty="0"/>
          </a:p>
        </p:txBody>
      </p:sp>
      <p:sp>
        <p:nvSpPr>
          <p:cNvPr id="22" name="Content Placeholder 6"/>
          <p:cNvSpPr>
            <a:spLocks noGrp="1"/>
          </p:cNvSpPr>
          <p:nvPr>
            <p:ph sz="quarter" idx="27"/>
          </p:nvPr>
        </p:nvSpPr>
        <p:spPr>
          <a:xfrm>
            <a:off x="468312" y="1205667"/>
            <a:ext cx="8207375" cy="501987"/>
          </a:xfrm>
        </p:spPr>
        <p:txBody>
          <a:bodyPr>
            <a:normAutofit/>
          </a:bodyPr>
          <a:lstStyle>
            <a:lvl1pPr marL="0" indent="0">
              <a:buNone/>
              <a:defRPr sz="1000"/>
            </a:lvl1pPr>
          </a:lstStyle>
          <a:p>
            <a:pPr lvl="0"/>
            <a:r>
              <a:rPr lang="en-US" dirty="0" smtClean="0"/>
              <a:t>Click to edit Master text styles</a:t>
            </a:r>
          </a:p>
        </p:txBody>
      </p:sp>
    </p:spTree>
    <p:extLst>
      <p:ext uri="{BB962C8B-B14F-4D97-AF65-F5344CB8AC3E}">
        <p14:creationId xmlns:p14="http://schemas.microsoft.com/office/powerpoint/2010/main" val="427066666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8" name="Rectangle 7"/>
          <p:cNvSpPr/>
          <p:nvPr userDrawn="1"/>
        </p:nvSpPr>
        <p:spPr>
          <a:xfrm>
            <a:off x="703176" y="2286502"/>
            <a:ext cx="201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684312" y="1203598"/>
            <a:ext cx="2015506" cy="1080120"/>
          </a:xfrm>
        </p:spPr>
        <p:txBody>
          <a:bodyPr/>
          <a:lstStyle/>
          <a:p>
            <a:endParaRPr lang="uk-UA" dirty="0"/>
          </a:p>
        </p:txBody>
      </p:sp>
      <p:sp>
        <p:nvSpPr>
          <p:cNvPr id="14" name="Text Placeholder 13"/>
          <p:cNvSpPr>
            <a:spLocks noGrp="1"/>
          </p:cNvSpPr>
          <p:nvPr>
            <p:ph type="body" sz="quarter" idx="20" hasCustomPrompt="1"/>
          </p:nvPr>
        </p:nvSpPr>
        <p:spPr>
          <a:xfrm>
            <a:off x="684529" y="2427734"/>
            <a:ext cx="1871272" cy="432048"/>
          </a:xfrm>
        </p:spPr>
        <p:txBody>
          <a:bodyPr/>
          <a:lstStyle>
            <a:lvl1pPr marL="0" indent="0">
              <a:buNone/>
              <a:defRPr>
                <a:latin typeface="+mj-lt"/>
              </a:defRPr>
            </a:lvl1pPr>
          </a:lstStyle>
          <a:p>
            <a:pPr lvl="0"/>
            <a:r>
              <a:rPr lang="en-US" dirty="0" smtClean="0"/>
              <a:t>Subtitle</a:t>
            </a:r>
            <a:endParaRPr lang="uk-UA" dirty="0"/>
          </a:p>
        </p:txBody>
      </p:sp>
      <p:sp>
        <p:nvSpPr>
          <p:cNvPr id="12" name="Rectangle 7"/>
          <p:cNvSpPr/>
          <p:nvPr userDrawn="1"/>
        </p:nvSpPr>
        <p:spPr>
          <a:xfrm>
            <a:off x="3563863" y="2283718"/>
            <a:ext cx="201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5" name="Picture Placeholder 4"/>
          <p:cNvSpPr>
            <a:spLocks noGrp="1"/>
          </p:cNvSpPr>
          <p:nvPr>
            <p:ph type="pic" sz="quarter" idx="21"/>
          </p:nvPr>
        </p:nvSpPr>
        <p:spPr>
          <a:xfrm>
            <a:off x="3563863" y="1203598"/>
            <a:ext cx="2015506" cy="1080120"/>
          </a:xfrm>
        </p:spPr>
        <p:txBody>
          <a:bodyPr/>
          <a:lstStyle/>
          <a:p>
            <a:endParaRPr lang="uk-UA"/>
          </a:p>
        </p:txBody>
      </p:sp>
      <p:sp>
        <p:nvSpPr>
          <p:cNvPr id="17" name="Text Placeholder 13"/>
          <p:cNvSpPr>
            <a:spLocks noGrp="1"/>
          </p:cNvSpPr>
          <p:nvPr>
            <p:ph type="body" sz="quarter" idx="23" hasCustomPrompt="1"/>
          </p:nvPr>
        </p:nvSpPr>
        <p:spPr>
          <a:xfrm>
            <a:off x="3564080" y="2427734"/>
            <a:ext cx="1871272" cy="432048"/>
          </a:xfrm>
        </p:spPr>
        <p:txBody>
          <a:bodyPr/>
          <a:lstStyle>
            <a:lvl1pPr marL="0" indent="0">
              <a:buNone/>
              <a:defRPr>
                <a:latin typeface="+mj-lt"/>
              </a:defRPr>
            </a:lvl1pPr>
          </a:lstStyle>
          <a:p>
            <a:pPr lvl="0"/>
            <a:r>
              <a:rPr lang="en-US" dirty="0" smtClean="0"/>
              <a:t>Subtitle</a:t>
            </a:r>
            <a:endParaRPr lang="uk-UA" dirty="0"/>
          </a:p>
        </p:txBody>
      </p:sp>
      <p:sp>
        <p:nvSpPr>
          <p:cNvPr id="18" name="Rectangle 7"/>
          <p:cNvSpPr/>
          <p:nvPr userDrawn="1"/>
        </p:nvSpPr>
        <p:spPr>
          <a:xfrm>
            <a:off x="6444927" y="2283718"/>
            <a:ext cx="201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9" name="Picture Placeholder 4"/>
          <p:cNvSpPr>
            <a:spLocks noGrp="1"/>
          </p:cNvSpPr>
          <p:nvPr>
            <p:ph type="pic" sz="quarter" idx="24"/>
          </p:nvPr>
        </p:nvSpPr>
        <p:spPr>
          <a:xfrm>
            <a:off x="6444927" y="1203598"/>
            <a:ext cx="2015506" cy="1080120"/>
          </a:xfrm>
        </p:spPr>
        <p:txBody>
          <a:bodyPr/>
          <a:lstStyle/>
          <a:p>
            <a:endParaRPr lang="uk-UA"/>
          </a:p>
        </p:txBody>
      </p:sp>
      <p:sp>
        <p:nvSpPr>
          <p:cNvPr id="21" name="Text Placeholder 13"/>
          <p:cNvSpPr>
            <a:spLocks noGrp="1"/>
          </p:cNvSpPr>
          <p:nvPr>
            <p:ph type="body" sz="quarter" idx="26" hasCustomPrompt="1"/>
          </p:nvPr>
        </p:nvSpPr>
        <p:spPr>
          <a:xfrm>
            <a:off x="6445144" y="2427734"/>
            <a:ext cx="1871272" cy="432048"/>
          </a:xfrm>
        </p:spPr>
        <p:txBody>
          <a:bodyPr/>
          <a:lstStyle>
            <a:lvl1pPr marL="0" indent="0">
              <a:buNone/>
              <a:defRPr>
                <a:latin typeface="+mj-lt"/>
              </a:defRPr>
            </a:lvl1pPr>
          </a:lstStyle>
          <a:p>
            <a:pPr lvl="0"/>
            <a:r>
              <a:rPr lang="en-US" dirty="0" smtClean="0"/>
              <a:t>Subtitle</a:t>
            </a:r>
          </a:p>
        </p:txBody>
      </p:sp>
      <p:sp>
        <p:nvSpPr>
          <p:cNvPr id="31" name="Rectangle 7"/>
          <p:cNvSpPr/>
          <p:nvPr userDrawn="1"/>
        </p:nvSpPr>
        <p:spPr>
          <a:xfrm>
            <a:off x="696007" y="4033005"/>
            <a:ext cx="201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2" name="Picture Placeholder 4"/>
          <p:cNvSpPr>
            <a:spLocks noGrp="1"/>
          </p:cNvSpPr>
          <p:nvPr>
            <p:ph type="pic" sz="quarter" idx="27"/>
          </p:nvPr>
        </p:nvSpPr>
        <p:spPr>
          <a:xfrm>
            <a:off x="684312" y="2952885"/>
            <a:ext cx="2015506" cy="1080120"/>
          </a:xfrm>
        </p:spPr>
        <p:txBody>
          <a:bodyPr/>
          <a:lstStyle/>
          <a:p>
            <a:endParaRPr lang="uk-UA" dirty="0"/>
          </a:p>
        </p:txBody>
      </p:sp>
      <p:sp>
        <p:nvSpPr>
          <p:cNvPr id="33" name="Text Placeholder 13"/>
          <p:cNvSpPr>
            <a:spLocks noGrp="1"/>
          </p:cNvSpPr>
          <p:nvPr>
            <p:ph type="body" sz="quarter" idx="28" hasCustomPrompt="1"/>
          </p:nvPr>
        </p:nvSpPr>
        <p:spPr>
          <a:xfrm>
            <a:off x="684529" y="4177021"/>
            <a:ext cx="1871272" cy="432048"/>
          </a:xfrm>
        </p:spPr>
        <p:txBody>
          <a:bodyPr/>
          <a:lstStyle>
            <a:lvl1pPr marL="0" indent="0">
              <a:buNone/>
              <a:defRPr>
                <a:latin typeface="+mj-lt"/>
              </a:defRPr>
            </a:lvl1pPr>
          </a:lstStyle>
          <a:p>
            <a:pPr lvl="0"/>
            <a:r>
              <a:rPr lang="en-US" dirty="0" smtClean="0"/>
              <a:t>Subtitle</a:t>
            </a:r>
            <a:endParaRPr lang="uk-UA" dirty="0"/>
          </a:p>
        </p:txBody>
      </p:sp>
      <p:sp>
        <p:nvSpPr>
          <p:cNvPr id="34" name="Rectangle 7"/>
          <p:cNvSpPr/>
          <p:nvPr userDrawn="1"/>
        </p:nvSpPr>
        <p:spPr>
          <a:xfrm>
            <a:off x="3563863" y="4033005"/>
            <a:ext cx="201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5" name="Picture Placeholder 4"/>
          <p:cNvSpPr>
            <a:spLocks noGrp="1"/>
          </p:cNvSpPr>
          <p:nvPr>
            <p:ph type="pic" sz="quarter" idx="29"/>
          </p:nvPr>
        </p:nvSpPr>
        <p:spPr>
          <a:xfrm>
            <a:off x="3563863" y="2952885"/>
            <a:ext cx="2015506" cy="1080120"/>
          </a:xfrm>
        </p:spPr>
        <p:txBody>
          <a:bodyPr/>
          <a:lstStyle/>
          <a:p>
            <a:endParaRPr lang="uk-UA"/>
          </a:p>
        </p:txBody>
      </p:sp>
      <p:sp>
        <p:nvSpPr>
          <p:cNvPr id="36" name="Text Placeholder 13"/>
          <p:cNvSpPr>
            <a:spLocks noGrp="1"/>
          </p:cNvSpPr>
          <p:nvPr>
            <p:ph type="body" sz="quarter" idx="30" hasCustomPrompt="1"/>
          </p:nvPr>
        </p:nvSpPr>
        <p:spPr>
          <a:xfrm>
            <a:off x="3564080" y="4177021"/>
            <a:ext cx="1871272" cy="432048"/>
          </a:xfrm>
        </p:spPr>
        <p:txBody>
          <a:bodyPr/>
          <a:lstStyle>
            <a:lvl1pPr marL="0" indent="0">
              <a:buNone/>
              <a:defRPr>
                <a:latin typeface="+mj-lt"/>
              </a:defRPr>
            </a:lvl1pPr>
          </a:lstStyle>
          <a:p>
            <a:pPr lvl="0"/>
            <a:r>
              <a:rPr lang="en-US" dirty="0" smtClean="0"/>
              <a:t>Subtitle</a:t>
            </a:r>
            <a:endParaRPr lang="uk-UA" dirty="0"/>
          </a:p>
        </p:txBody>
      </p:sp>
      <p:sp>
        <p:nvSpPr>
          <p:cNvPr id="37" name="Rectangle 7"/>
          <p:cNvSpPr/>
          <p:nvPr userDrawn="1"/>
        </p:nvSpPr>
        <p:spPr>
          <a:xfrm>
            <a:off x="6444927" y="4033005"/>
            <a:ext cx="2015506"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8" name="Picture Placeholder 4"/>
          <p:cNvSpPr>
            <a:spLocks noGrp="1"/>
          </p:cNvSpPr>
          <p:nvPr>
            <p:ph type="pic" sz="quarter" idx="31"/>
          </p:nvPr>
        </p:nvSpPr>
        <p:spPr>
          <a:xfrm>
            <a:off x="6444927" y="2952885"/>
            <a:ext cx="2015506" cy="1080120"/>
          </a:xfrm>
        </p:spPr>
        <p:txBody>
          <a:bodyPr/>
          <a:lstStyle/>
          <a:p>
            <a:endParaRPr lang="uk-UA"/>
          </a:p>
        </p:txBody>
      </p:sp>
      <p:sp>
        <p:nvSpPr>
          <p:cNvPr id="39" name="Text Placeholder 13"/>
          <p:cNvSpPr>
            <a:spLocks noGrp="1"/>
          </p:cNvSpPr>
          <p:nvPr>
            <p:ph type="body" sz="quarter" idx="32" hasCustomPrompt="1"/>
          </p:nvPr>
        </p:nvSpPr>
        <p:spPr>
          <a:xfrm>
            <a:off x="6445144" y="4177021"/>
            <a:ext cx="1871272" cy="432048"/>
          </a:xfrm>
        </p:spPr>
        <p:txBody>
          <a:bodyPr/>
          <a:lstStyle>
            <a:lvl1pPr marL="0" indent="0">
              <a:buNone/>
              <a:defRPr>
                <a:latin typeface="+mj-lt"/>
              </a:defRPr>
            </a:lvl1pPr>
          </a:lstStyle>
          <a:p>
            <a:pPr lvl="0"/>
            <a:r>
              <a:rPr lang="en-US" dirty="0" smtClean="0"/>
              <a:t>Subtitle</a:t>
            </a:r>
          </a:p>
        </p:txBody>
      </p:sp>
    </p:spTree>
    <p:extLst>
      <p:ext uri="{BB962C8B-B14F-4D97-AF65-F5344CB8AC3E}">
        <p14:creationId xmlns:p14="http://schemas.microsoft.com/office/powerpoint/2010/main" val="239570360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1" y="1203325"/>
            <a:ext cx="1763688" cy="1368425"/>
          </a:xfrm>
        </p:spPr>
        <p:txBody>
          <a:bodyPr/>
          <a:lstStyle/>
          <a:p>
            <a:endParaRPr lang="uk-UA"/>
          </a:p>
        </p:txBody>
      </p:sp>
      <p:sp>
        <p:nvSpPr>
          <p:cNvPr id="21" name="Text Placeholder 13"/>
          <p:cNvSpPr>
            <a:spLocks noGrp="1"/>
          </p:cNvSpPr>
          <p:nvPr>
            <p:ph type="body" sz="quarter" idx="26" hasCustomPrompt="1"/>
          </p:nvPr>
        </p:nvSpPr>
        <p:spPr>
          <a:xfrm>
            <a:off x="5509040" y="1203325"/>
            <a:ext cx="3166648" cy="360313"/>
          </a:xfrm>
        </p:spPr>
        <p:txBody>
          <a:bodyPr/>
          <a:lstStyle>
            <a:lvl1pPr marL="0" indent="0">
              <a:buNone/>
              <a:defRPr>
                <a:latin typeface="+mj-lt"/>
              </a:defRPr>
            </a:lvl1pPr>
          </a:lstStyle>
          <a:p>
            <a:pPr lvl="0"/>
            <a:r>
              <a:rPr lang="en-US" dirty="0" smtClean="0"/>
              <a:t>Subtitle</a:t>
            </a:r>
            <a:endParaRPr lang="uk-UA" dirty="0"/>
          </a:p>
        </p:txBody>
      </p:sp>
      <p:sp>
        <p:nvSpPr>
          <p:cNvPr id="24" name="Picture Placeholder 4"/>
          <p:cNvSpPr>
            <a:spLocks noGrp="1"/>
          </p:cNvSpPr>
          <p:nvPr>
            <p:ph type="pic" sz="quarter" idx="27"/>
          </p:nvPr>
        </p:nvSpPr>
        <p:spPr>
          <a:xfrm>
            <a:off x="1763688" y="1203325"/>
            <a:ext cx="2016224" cy="1008385"/>
          </a:xfrm>
        </p:spPr>
        <p:txBody>
          <a:bodyPr/>
          <a:lstStyle/>
          <a:p>
            <a:endParaRPr lang="uk-UA"/>
          </a:p>
        </p:txBody>
      </p:sp>
      <p:sp>
        <p:nvSpPr>
          <p:cNvPr id="25" name="Picture Placeholder 4"/>
          <p:cNvSpPr>
            <a:spLocks noGrp="1"/>
          </p:cNvSpPr>
          <p:nvPr>
            <p:ph type="pic" sz="quarter" idx="28"/>
          </p:nvPr>
        </p:nvSpPr>
        <p:spPr>
          <a:xfrm>
            <a:off x="3779912" y="1203325"/>
            <a:ext cx="1364744" cy="1656457"/>
          </a:xfrm>
        </p:spPr>
        <p:txBody>
          <a:bodyPr/>
          <a:lstStyle/>
          <a:p>
            <a:endParaRPr lang="uk-UA"/>
          </a:p>
        </p:txBody>
      </p:sp>
      <p:sp>
        <p:nvSpPr>
          <p:cNvPr id="26" name="Picture Placeholder 4"/>
          <p:cNvSpPr>
            <a:spLocks noGrp="1"/>
          </p:cNvSpPr>
          <p:nvPr>
            <p:ph type="pic" sz="quarter" idx="29"/>
          </p:nvPr>
        </p:nvSpPr>
        <p:spPr>
          <a:xfrm>
            <a:off x="1" y="2571477"/>
            <a:ext cx="1763687" cy="2016398"/>
          </a:xfrm>
        </p:spPr>
        <p:txBody>
          <a:bodyPr/>
          <a:lstStyle/>
          <a:p>
            <a:endParaRPr lang="uk-UA"/>
          </a:p>
        </p:txBody>
      </p:sp>
      <p:sp>
        <p:nvSpPr>
          <p:cNvPr id="28" name="Picture Placeholder 4"/>
          <p:cNvSpPr>
            <a:spLocks noGrp="1"/>
          </p:cNvSpPr>
          <p:nvPr>
            <p:ph type="pic" sz="quarter" idx="30"/>
          </p:nvPr>
        </p:nvSpPr>
        <p:spPr>
          <a:xfrm>
            <a:off x="1763688" y="2211710"/>
            <a:ext cx="2016224" cy="1368152"/>
          </a:xfrm>
        </p:spPr>
        <p:txBody>
          <a:bodyPr/>
          <a:lstStyle/>
          <a:p>
            <a:endParaRPr lang="uk-UA"/>
          </a:p>
        </p:txBody>
      </p:sp>
      <p:sp>
        <p:nvSpPr>
          <p:cNvPr id="29" name="Picture Placeholder 4"/>
          <p:cNvSpPr>
            <a:spLocks noGrp="1"/>
          </p:cNvSpPr>
          <p:nvPr>
            <p:ph type="pic" sz="quarter" idx="31"/>
          </p:nvPr>
        </p:nvSpPr>
        <p:spPr>
          <a:xfrm>
            <a:off x="1763688" y="3579862"/>
            <a:ext cx="2016224" cy="1001337"/>
          </a:xfrm>
        </p:spPr>
        <p:txBody>
          <a:bodyPr/>
          <a:lstStyle/>
          <a:p>
            <a:endParaRPr lang="uk-UA"/>
          </a:p>
        </p:txBody>
      </p:sp>
      <p:sp>
        <p:nvSpPr>
          <p:cNvPr id="30" name="Picture Placeholder 4"/>
          <p:cNvSpPr>
            <a:spLocks noGrp="1"/>
          </p:cNvSpPr>
          <p:nvPr>
            <p:ph type="pic" sz="quarter" idx="32"/>
          </p:nvPr>
        </p:nvSpPr>
        <p:spPr>
          <a:xfrm>
            <a:off x="3779912" y="2865148"/>
            <a:ext cx="1364744" cy="1722727"/>
          </a:xfrm>
        </p:spPr>
        <p:txBody>
          <a:bodyPr/>
          <a:lstStyle/>
          <a:p>
            <a:endParaRPr lang="uk-UA"/>
          </a:p>
        </p:txBody>
      </p:sp>
      <p:sp>
        <p:nvSpPr>
          <p:cNvPr id="31" name="Content Placeholder 6"/>
          <p:cNvSpPr>
            <a:spLocks noGrp="1"/>
          </p:cNvSpPr>
          <p:nvPr>
            <p:ph sz="quarter" idx="33"/>
          </p:nvPr>
        </p:nvSpPr>
        <p:spPr>
          <a:xfrm>
            <a:off x="5508104" y="3219822"/>
            <a:ext cx="3167606" cy="1360566"/>
          </a:xfrm>
        </p:spPr>
        <p:txBody>
          <a:bodyPr>
            <a:normAutofit/>
          </a:bodyPr>
          <a:lstStyle>
            <a:lvl1pPr marL="0" indent="0">
              <a:buNone/>
              <a:defRPr sz="1000"/>
            </a:lvl1pPr>
          </a:lstStyle>
          <a:p>
            <a:pPr lvl="0"/>
            <a:r>
              <a:rPr lang="en-US" dirty="0" smtClean="0"/>
              <a:t>Click to edit Master text styles</a:t>
            </a:r>
          </a:p>
        </p:txBody>
      </p:sp>
    </p:spTree>
    <p:extLst>
      <p:ext uri="{BB962C8B-B14F-4D97-AF65-F5344CB8AC3E}">
        <p14:creationId xmlns:p14="http://schemas.microsoft.com/office/powerpoint/2010/main" val="1348528366"/>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500796" y="1257480"/>
            <a:ext cx="2663527" cy="1602029"/>
          </a:xfrm>
        </p:spPr>
        <p:txBody>
          <a:bodyPr/>
          <a:lstStyle/>
          <a:p>
            <a:endParaRPr lang="uk-UA"/>
          </a:p>
        </p:txBody>
      </p:sp>
      <p:sp>
        <p:nvSpPr>
          <p:cNvPr id="16" name="Picture Placeholder 4"/>
          <p:cNvSpPr>
            <a:spLocks noGrp="1"/>
          </p:cNvSpPr>
          <p:nvPr>
            <p:ph type="pic" sz="quarter" idx="19"/>
          </p:nvPr>
        </p:nvSpPr>
        <p:spPr>
          <a:xfrm>
            <a:off x="3237101" y="1257480"/>
            <a:ext cx="2663527" cy="1602029"/>
          </a:xfrm>
        </p:spPr>
        <p:txBody>
          <a:bodyPr/>
          <a:lstStyle/>
          <a:p>
            <a:endParaRPr lang="uk-UA"/>
          </a:p>
        </p:txBody>
      </p:sp>
      <p:sp>
        <p:nvSpPr>
          <p:cNvPr id="17" name="Picture Placeholder 4"/>
          <p:cNvSpPr>
            <a:spLocks noGrp="1"/>
          </p:cNvSpPr>
          <p:nvPr>
            <p:ph type="pic" sz="quarter" idx="20"/>
          </p:nvPr>
        </p:nvSpPr>
        <p:spPr>
          <a:xfrm>
            <a:off x="5973405" y="1257480"/>
            <a:ext cx="2663527" cy="1602029"/>
          </a:xfrm>
        </p:spPr>
        <p:txBody>
          <a:bodyPr/>
          <a:lstStyle/>
          <a:p>
            <a:endParaRPr lang="uk-UA"/>
          </a:p>
        </p:txBody>
      </p:sp>
      <p:sp>
        <p:nvSpPr>
          <p:cNvPr id="18" name="Picture Placeholder 4"/>
          <p:cNvSpPr>
            <a:spLocks noGrp="1"/>
          </p:cNvSpPr>
          <p:nvPr>
            <p:ph type="pic" sz="quarter" idx="21"/>
          </p:nvPr>
        </p:nvSpPr>
        <p:spPr>
          <a:xfrm>
            <a:off x="500796" y="2913937"/>
            <a:ext cx="2663527" cy="1602029"/>
          </a:xfrm>
        </p:spPr>
        <p:txBody>
          <a:bodyPr/>
          <a:lstStyle/>
          <a:p>
            <a:endParaRPr lang="uk-UA"/>
          </a:p>
        </p:txBody>
      </p:sp>
      <p:sp>
        <p:nvSpPr>
          <p:cNvPr id="19" name="Picture Placeholder 4"/>
          <p:cNvSpPr>
            <a:spLocks noGrp="1"/>
          </p:cNvSpPr>
          <p:nvPr>
            <p:ph type="pic" sz="quarter" idx="22"/>
          </p:nvPr>
        </p:nvSpPr>
        <p:spPr>
          <a:xfrm>
            <a:off x="3237101" y="2913937"/>
            <a:ext cx="2663527" cy="1602029"/>
          </a:xfrm>
        </p:spPr>
        <p:txBody>
          <a:bodyPr/>
          <a:lstStyle/>
          <a:p>
            <a:endParaRPr lang="uk-UA"/>
          </a:p>
        </p:txBody>
      </p:sp>
      <p:sp>
        <p:nvSpPr>
          <p:cNvPr id="20" name="Picture Placeholder 4"/>
          <p:cNvSpPr>
            <a:spLocks noGrp="1"/>
          </p:cNvSpPr>
          <p:nvPr>
            <p:ph type="pic" sz="quarter" idx="23"/>
          </p:nvPr>
        </p:nvSpPr>
        <p:spPr>
          <a:xfrm>
            <a:off x="5973405" y="2913937"/>
            <a:ext cx="2663527" cy="1602029"/>
          </a:xfrm>
        </p:spPr>
        <p:txBody>
          <a:bodyPr/>
          <a:lstStyle/>
          <a:p>
            <a:endParaRPr lang="uk-UA"/>
          </a:p>
        </p:txBody>
      </p:sp>
    </p:spTree>
    <p:extLst>
      <p:ext uri="{BB962C8B-B14F-4D97-AF65-F5344CB8AC3E}">
        <p14:creationId xmlns:p14="http://schemas.microsoft.com/office/powerpoint/2010/main" val="196849757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7545" y="1203599"/>
            <a:ext cx="2016223" cy="1512168"/>
          </a:xfrm>
        </p:spPr>
        <p:txBody>
          <a:bodyPr/>
          <a:lstStyle/>
          <a:p>
            <a:endParaRPr lang="uk-UA"/>
          </a:p>
        </p:txBody>
      </p:sp>
      <p:sp>
        <p:nvSpPr>
          <p:cNvPr id="16" name="Picture Placeholder 4"/>
          <p:cNvSpPr>
            <a:spLocks noGrp="1"/>
          </p:cNvSpPr>
          <p:nvPr>
            <p:ph type="pic" sz="quarter" idx="19"/>
          </p:nvPr>
        </p:nvSpPr>
        <p:spPr>
          <a:xfrm>
            <a:off x="2555777" y="1203598"/>
            <a:ext cx="2016223" cy="2232248"/>
          </a:xfrm>
        </p:spPr>
        <p:txBody>
          <a:bodyPr/>
          <a:lstStyle/>
          <a:p>
            <a:endParaRPr lang="uk-UA"/>
          </a:p>
        </p:txBody>
      </p:sp>
      <p:sp>
        <p:nvSpPr>
          <p:cNvPr id="14" name="Picture Placeholder 4"/>
          <p:cNvSpPr>
            <a:spLocks noGrp="1"/>
          </p:cNvSpPr>
          <p:nvPr>
            <p:ph type="pic" sz="quarter" idx="20"/>
          </p:nvPr>
        </p:nvSpPr>
        <p:spPr>
          <a:xfrm>
            <a:off x="4644009" y="1203599"/>
            <a:ext cx="2016223" cy="1080120"/>
          </a:xfrm>
        </p:spPr>
        <p:txBody>
          <a:bodyPr/>
          <a:lstStyle/>
          <a:p>
            <a:endParaRPr lang="uk-UA"/>
          </a:p>
        </p:txBody>
      </p:sp>
      <p:sp>
        <p:nvSpPr>
          <p:cNvPr id="15" name="Picture Placeholder 4"/>
          <p:cNvSpPr>
            <a:spLocks noGrp="1"/>
          </p:cNvSpPr>
          <p:nvPr>
            <p:ph type="pic" sz="quarter" idx="21"/>
          </p:nvPr>
        </p:nvSpPr>
        <p:spPr>
          <a:xfrm>
            <a:off x="6732241" y="1203598"/>
            <a:ext cx="1943447" cy="1602029"/>
          </a:xfrm>
        </p:spPr>
        <p:txBody>
          <a:bodyPr/>
          <a:lstStyle/>
          <a:p>
            <a:endParaRPr lang="uk-UA"/>
          </a:p>
        </p:txBody>
      </p:sp>
      <p:sp>
        <p:nvSpPr>
          <p:cNvPr id="21" name="Picture Placeholder 4"/>
          <p:cNvSpPr>
            <a:spLocks noGrp="1"/>
          </p:cNvSpPr>
          <p:nvPr>
            <p:ph type="pic" sz="quarter" idx="22"/>
          </p:nvPr>
        </p:nvSpPr>
        <p:spPr>
          <a:xfrm>
            <a:off x="467545" y="2787773"/>
            <a:ext cx="2016223" cy="1800101"/>
          </a:xfrm>
        </p:spPr>
        <p:txBody>
          <a:bodyPr/>
          <a:lstStyle/>
          <a:p>
            <a:endParaRPr lang="uk-UA"/>
          </a:p>
        </p:txBody>
      </p:sp>
      <p:sp>
        <p:nvSpPr>
          <p:cNvPr id="22" name="Picture Placeholder 4"/>
          <p:cNvSpPr>
            <a:spLocks noGrp="1"/>
          </p:cNvSpPr>
          <p:nvPr>
            <p:ph type="pic" sz="quarter" idx="23"/>
          </p:nvPr>
        </p:nvSpPr>
        <p:spPr>
          <a:xfrm>
            <a:off x="2555777" y="3507853"/>
            <a:ext cx="2016223" cy="1080022"/>
          </a:xfrm>
        </p:spPr>
        <p:txBody>
          <a:bodyPr/>
          <a:lstStyle/>
          <a:p>
            <a:endParaRPr lang="uk-UA"/>
          </a:p>
        </p:txBody>
      </p:sp>
      <p:sp>
        <p:nvSpPr>
          <p:cNvPr id="23" name="Picture Placeholder 4"/>
          <p:cNvSpPr>
            <a:spLocks noGrp="1"/>
          </p:cNvSpPr>
          <p:nvPr>
            <p:ph type="pic" sz="quarter" idx="24"/>
          </p:nvPr>
        </p:nvSpPr>
        <p:spPr>
          <a:xfrm>
            <a:off x="4644009" y="2368165"/>
            <a:ext cx="2016223" cy="2219710"/>
          </a:xfrm>
        </p:spPr>
        <p:txBody>
          <a:bodyPr/>
          <a:lstStyle/>
          <a:p>
            <a:endParaRPr lang="uk-UA"/>
          </a:p>
        </p:txBody>
      </p:sp>
      <p:sp>
        <p:nvSpPr>
          <p:cNvPr id="24" name="Picture Placeholder 4"/>
          <p:cNvSpPr>
            <a:spLocks noGrp="1"/>
          </p:cNvSpPr>
          <p:nvPr>
            <p:ph type="pic" sz="quarter" idx="25"/>
          </p:nvPr>
        </p:nvSpPr>
        <p:spPr>
          <a:xfrm>
            <a:off x="6732241" y="2868496"/>
            <a:ext cx="1943447" cy="1719379"/>
          </a:xfrm>
        </p:spPr>
        <p:txBody>
          <a:bodyPr/>
          <a:lstStyle/>
          <a:p>
            <a:endParaRPr lang="uk-UA"/>
          </a:p>
        </p:txBody>
      </p:sp>
    </p:spTree>
    <p:extLst>
      <p:ext uri="{BB962C8B-B14F-4D97-AF65-F5344CB8AC3E}">
        <p14:creationId xmlns:p14="http://schemas.microsoft.com/office/powerpoint/2010/main" val="297075856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7544" y="1203598"/>
            <a:ext cx="3960440" cy="2520280"/>
          </a:xfrm>
        </p:spPr>
        <p:txBody>
          <a:bodyPr/>
          <a:lstStyle/>
          <a:p>
            <a:endParaRPr lang="uk-UA"/>
          </a:p>
        </p:txBody>
      </p:sp>
      <p:sp>
        <p:nvSpPr>
          <p:cNvPr id="16" name="Picture Placeholder 4"/>
          <p:cNvSpPr>
            <a:spLocks noGrp="1"/>
          </p:cNvSpPr>
          <p:nvPr>
            <p:ph type="pic" sz="quarter" idx="19"/>
          </p:nvPr>
        </p:nvSpPr>
        <p:spPr>
          <a:xfrm>
            <a:off x="4715248" y="1203598"/>
            <a:ext cx="3960440" cy="2520280"/>
          </a:xfrm>
        </p:spPr>
        <p:txBody>
          <a:bodyPr/>
          <a:lstStyle/>
          <a:p>
            <a:endParaRPr lang="uk-UA"/>
          </a:p>
        </p:txBody>
      </p:sp>
    </p:spTree>
    <p:extLst>
      <p:ext uri="{BB962C8B-B14F-4D97-AF65-F5344CB8AC3E}">
        <p14:creationId xmlns:p14="http://schemas.microsoft.com/office/powerpoint/2010/main" val="415591983"/>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8313" y="1203325"/>
            <a:ext cx="3743647" cy="3384550"/>
          </a:xfrm>
        </p:spPr>
        <p:txBody>
          <a:bodyPr/>
          <a:lstStyle/>
          <a:p>
            <a:endParaRPr lang="uk-UA"/>
          </a:p>
        </p:txBody>
      </p:sp>
    </p:spTree>
    <p:extLst>
      <p:ext uri="{BB962C8B-B14F-4D97-AF65-F5344CB8AC3E}">
        <p14:creationId xmlns:p14="http://schemas.microsoft.com/office/powerpoint/2010/main" val="3833403747"/>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8312" y="1203325"/>
            <a:ext cx="4679752" cy="3240633"/>
          </a:xfrm>
        </p:spPr>
        <p:txBody>
          <a:bodyPr/>
          <a:lstStyle/>
          <a:p>
            <a:endParaRPr lang="uk-UA"/>
          </a:p>
        </p:txBody>
      </p:sp>
      <p:sp>
        <p:nvSpPr>
          <p:cNvPr id="16" name="Rectangle 7"/>
          <p:cNvSpPr/>
          <p:nvPr userDrawn="1"/>
        </p:nvSpPr>
        <p:spPr>
          <a:xfrm>
            <a:off x="468312" y="4443958"/>
            <a:ext cx="4679751"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7" name="Content Placeholder 6"/>
          <p:cNvSpPr>
            <a:spLocks noGrp="1"/>
          </p:cNvSpPr>
          <p:nvPr>
            <p:ph sz="quarter" idx="19"/>
          </p:nvPr>
        </p:nvSpPr>
        <p:spPr>
          <a:xfrm>
            <a:off x="5508624" y="1707158"/>
            <a:ext cx="3167063" cy="2880816"/>
          </a:xfrm>
        </p:spPr>
        <p:txBody>
          <a:bodyPr>
            <a:normAutofit/>
          </a:bodyPr>
          <a:lstStyle>
            <a:lvl1pPr marL="0" indent="0">
              <a:buNone/>
              <a:defRPr sz="1000"/>
            </a:lvl1pPr>
          </a:lstStyle>
          <a:p>
            <a:pPr lvl="0"/>
            <a:r>
              <a:rPr lang="en-US" dirty="0" smtClean="0"/>
              <a:t>Click to edit Master text styles</a:t>
            </a:r>
          </a:p>
        </p:txBody>
      </p:sp>
      <p:sp>
        <p:nvSpPr>
          <p:cNvPr id="18" name="Text Placeholder 13"/>
          <p:cNvSpPr>
            <a:spLocks noGrp="1"/>
          </p:cNvSpPr>
          <p:nvPr>
            <p:ph type="body" sz="quarter" idx="20" hasCustomPrompt="1"/>
          </p:nvPr>
        </p:nvSpPr>
        <p:spPr>
          <a:xfrm>
            <a:off x="5508804" y="1203598"/>
            <a:ext cx="3166884" cy="358775"/>
          </a:xfrm>
        </p:spPr>
        <p:txBody>
          <a:bodyPr/>
          <a:lstStyle>
            <a:lvl1pPr marL="0" indent="0">
              <a:buNone/>
              <a:defRPr/>
            </a:lvl1pPr>
          </a:lstStyle>
          <a:p>
            <a:pPr lvl="0"/>
            <a:r>
              <a:rPr lang="en-US" dirty="0" smtClean="0"/>
              <a:t>Subtitle</a:t>
            </a:r>
            <a:endParaRPr lang="uk-UA" dirty="0"/>
          </a:p>
        </p:txBody>
      </p:sp>
    </p:spTree>
    <p:extLst>
      <p:ext uri="{BB962C8B-B14F-4D97-AF65-F5344CB8AC3E}">
        <p14:creationId xmlns:p14="http://schemas.microsoft.com/office/powerpoint/2010/main" val="2561857923"/>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uk-UA" dirty="0"/>
          </a:p>
        </p:txBody>
      </p:sp>
      <p:sp>
        <p:nvSpPr>
          <p:cNvPr id="9" name="Date Placeholder 8"/>
          <p:cNvSpPr>
            <a:spLocks noGrp="1"/>
          </p:cNvSpPr>
          <p:nvPr>
            <p:ph type="dt" sz="half" idx="14"/>
          </p:nvPr>
        </p:nvSpPr>
        <p:spPr/>
        <p:txBody>
          <a:bodyPr/>
          <a:lstStyle/>
          <a:p>
            <a:r>
              <a:rPr lang="en-US" b="1" smtClean="0">
                <a:solidFill>
                  <a:schemeClr val="accent3"/>
                </a:solidFill>
              </a:rPr>
              <a:t>COMPANY</a:t>
            </a:r>
            <a:r>
              <a:rPr lang="en-US" smtClean="0"/>
              <a:t>name</a:t>
            </a:r>
            <a:endParaRPr lang="uk-UA" dirty="0"/>
          </a:p>
        </p:txBody>
      </p:sp>
      <p:sp>
        <p:nvSpPr>
          <p:cNvPr id="10" name="Footer Placeholder 9"/>
          <p:cNvSpPr>
            <a:spLocks noGrp="1"/>
          </p:cNvSpPr>
          <p:nvPr>
            <p:ph type="ftr" sz="quarter" idx="15"/>
          </p:nvPr>
        </p:nvSpPr>
        <p:spPr/>
        <p:txBody>
          <a:bodyPr/>
          <a:lstStyle/>
          <a:p>
            <a:r>
              <a:rPr lang="en-US" smtClean="0"/>
              <a:t>www.company.com</a:t>
            </a:r>
            <a:endParaRPr lang="uk-UA" dirty="0"/>
          </a:p>
        </p:txBody>
      </p:sp>
      <p:sp>
        <p:nvSpPr>
          <p:cNvPr id="11" name="Slide Number Placeholder 10"/>
          <p:cNvSpPr>
            <a:spLocks noGrp="1"/>
          </p:cNvSpPr>
          <p:nvPr>
            <p:ph type="sldNum" sz="quarter" idx="16"/>
          </p:nvPr>
        </p:nvSpPr>
        <p:spPr/>
        <p:txBody>
          <a:bodyPr/>
          <a:lstStyle/>
          <a:p>
            <a:fld id="{5A12E19C-F0D7-470F-8E3A-FEF858791E3B}" type="slidenum">
              <a:rPr lang="uk-UA" smtClean="0"/>
              <a:pPr/>
              <a:t>‹#›</a:t>
            </a:fld>
            <a:endParaRPr lang="uk-UA"/>
          </a:p>
        </p:txBody>
      </p:sp>
      <p:sp>
        <p:nvSpPr>
          <p:cNvPr id="13" name="Text Placeholder 12"/>
          <p:cNvSpPr>
            <a:spLocks noGrp="1"/>
          </p:cNvSpPr>
          <p:nvPr>
            <p:ph type="body" sz="quarter" idx="17" hasCustomPrompt="1"/>
          </p:nvPr>
        </p:nvSpPr>
        <p:spPr>
          <a:xfrm>
            <a:off x="5508625" y="339725"/>
            <a:ext cx="3167063" cy="360363"/>
          </a:xfrm>
        </p:spPr>
        <p:txBody>
          <a:bodyPr anchor="ctr">
            <a:normAutofit/>
          </a:bodyPr>
          <a:lstStyle>
            <a:lvl1pPr marL="0" indent="0" algn="r">
              <a:buNone/>
              <a:defRPr sz="1000" baseline="0">
                <a:solidFill>
                  <a:srgbClr val="808080"/>
                </a:solidFill>
                <a:latin typeface="+mj-lt"/>
              </a:defRPr>
            </a:lvl1pPr>
          </a:lstStyle>
          <a:p>
            <a:pPr lvl="0"/>
            <a:r>
              <a:rPr lang="en-US" dirty="0" smtClean="0"/>
              <a:t>Subtitle is here</a:t>
            </a:r>
            <a:endParaRPr lang="uk-UA" dirty="0"/>
          </a:p>
        </p:txBody>
      </p:sp>
      <p:sp>
        <p:nvSpPr>
          <p:cNvPr id="5" name="Picture Placeholder 4"/>
          <p:cNvSpPr>
            <a:spLocks noGrp="1"/>
          </p:cNvSpPr>
          <p:nvPr>
            <p:ph type="pic" sz="quarter" idx="18"/>
          </p:nvPr>
        </p:nvSpPr>
        <p:spPr>
          <a:xfrm>
            <a:off x="468312" y="1203325"/>
            <a:ext cx="3383608" cy="3240534"/>
          </a:xfrm>
        </p:spPr>
        <p:txBody>
          <a:bodyPr/>
          <a:lstStyle/>
          <a:p>
            <a:endParaRPr lang="uk-UA"/>
          </a:p>
        </p:txBody>
      </p:sp>
      <p:sp>
        <p:nvSpPr>
          <p:cNvPr id="16" name="Rectangle 7"/>
          <p:cNvSpPr/>
          <p:nvPr userDrawn="1"/>
        </p:nvSpPr>
        <p:spPr>
          <a:xfrm>
            <a:off x="468312" y="4443859"/>
            <a:ext cx="3383607" cy="144016"/>
          </a:xfrm>
          <a:custGeom>
            <a:avLst/>
            <a:gdLst>
              <a:gd name="connsiteX0" fmla="*/ 0 w 4464050"/>
              <a:gd name="connsiteY0" fmla="*/ 0 h 216024"/>
              <a:gd name="connsiteX1" fmla="*/ 4464050 w 4464050"/>
              <a:gd name="connsiteY1" fmla="*/ 0 h 216024"/>
              <a:gd name="connsiteX2" fmla="*/ 4464050 w 4464050"/>
              <a:gd name="connsiteY2" fmla="*/ 216024 h 216024"/>
              <a:gd name="connsiteX3" fmla="*/ 0 w 4464050"/>
              <a:gd name="connsiteY3" fmla="*/ 216024 h 216024"/>
              <a:gd name="connsiteX4" fmla="*/ 0 w 4464050"/>
              <a:gd name="connsiteY4" fmla="*/ 0 h 216024"/>
              <a:gd name="connsiteX0" fmla="*/ 0 w 4464050"/>
              <a:gd name="connsiteY0" fmla="*/ 0 h 216024"/>
              <a:gd name="connsiteX1" fmla="*/ 4464050 w 4464050"/>
              <a:gd name="connsiteY1" fmla="*/ 0 h 216024"/>
              <a:gd name="connsiteX2" fmla="*/ 4464050 w 4464050"/>
              <a:gd name="connsiteY2" fmla="*/ 216024 h 216024"/>
              <a:gd name="connsiteX3" fmla="*/ 2187105 w 4464050"/>
              <a:gd name="connsiteY3" fmla="*/ 210104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0 h 216024"/>
              <a:gd name="connsiteX1" fmla="*/ 4464050 w 4464050"/>
              <a:gd name="connsiteY1" fmla="*/ 0 h 216024"/>
              <a:gd name="connsiteX2" fmla="*/ 4464050 w 4464050"/>
              <a:gd name="connsiteY2" fmla="*/ 216024 h 216024"/>
              <a:gd name="connsiteX3" fmla="*/ 2209051 w 4464050"/>
              <a:gd name="connsiteY3" fmla="*/ 19909 h 216024"/>
              <a:gd name="connsiteX4" fmla="*/ 0 w 4464050"/>
              <a:gd name="connsiteY4" fmla="*/ 216024 h 216024"/>
              <a:gd name="connsiteX5" fmla="*/ 0 w 4464050"/>
              <a:gd name="connsiteY5" fmla="*/ 0 h 216024"/>
              <a:gd name="connsiteX0" fmla="*/ 0 w 4464050"/>
              <a:gd name="connsiteY0" fmla="*/ 806 h 216830"/>
              <a:gd name="connsiteX1" fmla="*/ 4464050 w 4464050"/>
              <a:gd name="connsiteY1" fmla="*/ 806 h 216830"/>
              <a:gd name="connsiteX2" fmla="*/ 4464050 w 4464050"/>
              <a:gd name="connsiteY2" fmla="*/ 216830 h 216830"/>
              <a:gd name="connsiteX3" fmla="*/ 2212010 w 4464050"/>
              <a:gd name="connsiteY3" fmla="*/ 0 h 216830"/>
              <a:gd name="connsiteX4" fmla="*/ 0 w 4464050"/>
              <a:gd name="connsiteY4" fmla="*/ 216830 h 216830"/>
              <a:gd name="connsiteX5" fmla="*/ 0 w 4464050"/>
              <a:gd name="connsiteY5" fmla="*/ 806 h 216830"/>
              <a:gd name="connsiteX0" fmla="*/ 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0 w 4464050"/>
              <a:gd name="connsiteY5" fmla="*/ 0 h 216024"/>
              <a:gd name="connsiteX0" fmla="*/ 77190 w 4464050"/>
              <a:gd name="connsiteY0" fmla="*/ 0 h 216024"/>
              <a:gd name="connsiteX1" fmla="*/ 4464050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 name="connsiteX0" fmla="*/ 77190 w 4464050"/>
              <a:gd name="connsiteY0" fmla="*/ 0 h 216024"/>
              <a:gd name="connsiteX1" fmla="*/ 4386861 w 4464050"/>
              <a:gd name="connsiteY1" fmla="*/ 0 h 216024"/>
              <a:gd name="connsiteX2" fmla="*/ 4464050 w 4464050"/>
              <a:gd name="connsiteY2" fmla="*/ 216024 h 216024"/>
              <a:gd name="connsiteX3" fmla="*/ 2212010 w 4464050"/>
              <a:gd name="connsiteY3" fmla="*/ 8072 h 216024"/>
              <a:gd name="connsiteX4" fmla="*/ 0 w 4464050"/>
              <a:gd name="connsiteY4" fmla="*/ 216024 h 216024"/>
              <a:gd name="connsiteX5" fmla="*/ 77190 w 4464050"/>
              <a:gd name="connsiteY5" fmla="*/ 0 h 216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4050" h="216024">
                <a:moveTo>
                  <a:pt x="77190" y="0"/>
                </a:moveTo>
                <a:lnTo>
                  <a:pt x="4386861" y="0"/>
                </a:lnTo>
                <a:lnTo>
                  <a:pt x="4464050" y="216024"/>
                </a:lnTo>
                <a:cubicBezTo>
                  <a:pt x="3712384" y="150652"/>
                  <a:pt x="3643989" y="22238"/>
                  <a:pt x="2212010" y="8072"/>
                </a:cubicBezTo>
                <a:cubicBezTo>
                  <a:pt x="1000172" y="22238"/>
                  <a:pt x="736350" y="150652"/>
                  <a:pt x="0" y="216024"/>
                </a:cubicBezTo>
                <a:lnTo>
                  <a:pt x="77190" y="0"/>
                </a:lnTo>
                <a:close/>
              </a:path>
            </a:pathLst>
          </a:custGeom>
          <a:gradFill flip="none" rotWithShape="1">
            <a:gsLst>
              <a:gs pos="100000">
                <a:srgbClr val="111111">
                  <a:alpha val="2000"/>
                </a:srgbClr>
              </a:gs>
              <a:gs pos="0">
                <a:srgbClr val="111111">
                  <a:alpha val="2000"/>
                </a:srgbClr>
              </a:gs>
              <a:gs pos="50000">
                <a:srgbClr val="000000">
                  <a:alpha val="35000"/>
                </a:srgbClr>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17" name="Content Placeholder 6"/>
          <p:cNvSpPr>
            <a:spLocks noGrp="1"/>
          </p:cNvSpPr>
          <p:nvPr>
            <p:ph sz="quarter" idx="19"/>
          </p:nvPr>
        </p:nvSpPr>
        <p:spPr>
          <a:xfrm>
            <a:off x="4211960" y="1707158"/>
            <a:ext cx="4463728" cy="1368648"/>
          </a:xfrm>
        </p:spPr>
        <p:txBody>
          <a:bodyPr>
            <a:normAutofit/>
          </a:bodyPr>
          <a:lstStyle>
            <a:lvl1pPr marL="0" indent="0">
              <a:buNone/>
              <a:defRPr sz="1000"/>
            </a:lvl1pPr>
          </a:lstStyle>
          <a:p>
            <a:pPr lvl="0"/>
            <a:r>
              <a:rPr lang="en-US" dirty="0" smtClean="0"/>
              <a:t>Click to edit Master text styles</a:t>
            </a:r>
          </a:p>
        </p:txBody>
      </p:sp>
      <p:sp>
        <p:nvSpPr>
          <p:cNvPr id="18" name="Text Placeholder 13"/>
          <p:cNvSpPr>
            <a:spLocks noGrp="1"/>
          </p:cNvSpPr>
          <p:nvPr>
            <p:ph type="body" sz="quarter" idx="20" hasCustomPrompt="1"/>
          </p:nvPr>
        </p:nvSpPr>
        <p:spPr>
          <a:xfrm>
            <a:off x="4212140" y="1203598"/>
            <a:ext cx="4463476" cy="358775"/>
          </a:xfrm>
        </p:spPr>
        <p:txBody>
          <a:bodyPr/>
          <a:lstStyle>
            <a:lvl1pPr marL="0" indent="0">
              <a:buNone/>
              <a:defRPr/>
            </a:lvl1pPr>
          </a:lstStyle>
          <a:p>
            <a:pPr lvl="0"/>
            <a:r>
              <a:rPr lang="en-US" dirty="0" smtClean="0"/>
              <a:t>Subtitle</a:t>
            </a:r>
            <a:endParaRPr lang="uk-UA" dirty="0"/>
          </a:p>
        </p:txBody>
      </p:sp>
      <p:sp>
        <p:nvSpPr>
          <p:cNvPr id="12" name="Content Placeholder 6"/>
          <p:cNvSpPr>
            <a:spLocks noGrp="1"/>
          </p:cNvSpPr>
          <p:nvPr>
            <p:ph sz="quarter" idx="21"/>
          </p:nvPr>
        </p:nvSpPr>
        <p:spPr>
          <a:xfrm>
            <a:off x="4067944" y="3219822"/>
            <a:ext cx="1511261" cy="1368152"/>
          </a:xfrm>
        </p:spPr>
        <p:txBody>
          <a:bodyPr>
            <a:normAutofit/>
          </a:bodyPr>
          <a:lstStyle>
            <a:lvl1pPr marL="0" indent="0">
              <a:buNone/>
              <a:defRPr sz="1000"/>
            </a:lvl1pPr>
          </a:lstStyle>
          <a:p>
            <a:pPr lvl="0"/>
            <a:r>
              <a:rPr lang="en-US" dirty="0" smtClean="0"/>
              <a:t>Click to edit Master text styles</a:t>
            </a:r>
          </a:p>
        </p:txBody>
      </p:sp>
      <p:sp>
        <p:nvSpPr>
          <p:cNvPr id="14" name="Content Placeholder 6"/>
          <p:cNvSpPr>
            <a:spLocks noGrp="1"/>
          </p:cNvSpPr>
          <p:nvPr>
            <p:ph sz="quarter" idx="22"/>
          </p:nvPr>
        </p:nvSpPr>
        <p:spPr>
          <a:xfrm>
            <a:off x="5651213" y="3219822"/>
            <a:ext cx="1511261" cy="1368152"/>
          </a:xfrm>
        </p:spPr>
        <p:txBody>
          <a:bodyPr>
            <a:normAutofit/>
          </a:bodyPr>
          <a:lstStyle>
            <a:lvl1pPr marL="0" indent="0">
              <a:buNone/>
              <a:defRPr sz="1000"/>
            </a:lvl1pPr>
          </a:lstStyle>
          <a:p>
            <a:pPr lvl="0"/>
            <a:r>
              <a:rPr lang="en-US" dirty="0" smtClean="0"/>
              <a:t>Click to edit Master text styles</a:t>
            </a:r>
          </a:p>
        </p:txBody>
      </p:sp>
      <p:sp>
        <p:nvSpPr>
          <p:cNvPr id="15" name="Content Placeholder 6"/>
          <p:cNvSpPr>
            <a:spLocks noGrp="1"/>
          </p:cNvSpPr>
          <p:nvPr>
            <p:ph sz="quarter" idx="23"/>
          </p:nvPr>
        </p:nvSpPr>
        <p:spPr>
          <a:xfrm>
            <a:off x="7207137" y="3219822"/>
            <a:ext cx="1511261" cy="1368152"/>
          </a:xfrm>
        </p:spPr>
        <p:txBody>
          <a:bodyPr>
            <a:normAutofit/>
          </a:bodyPr>
          <a:lstStyle>
            <a:lvl1pPr marL="0" indent="0">
              <a:buNone/>
              <a:defRPr sz="1000"/>
            </a:lvl1pPr>
          </a:lstStyle>
          <a:p>
            <a:pPr lvl="0"/>
            <a:r>
              <a:rPr lang="en-US" dirty="0" smtClean="0"/>
              <a:t>Click to edit Master text styles</a:t>
            </a:r>
          </a:p>
        </p:txBody>
      </p:sp>
    </p:spTree>
    <p:extLst>
      <p:ext uri="{BB962C8B-B14F-4D97-AF65-F5344CB8AC3E}">
        <p14:creationId xmlns:p14="http://schemas.microsoft.com/office/powerpoint/2010/main" val="11941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6" presetClass="entr" presetSubtype="37" fill="hold" grpId="0" nodeType="afterEffect" nodePh="1">
                                  <p:stCondLst>
                                    <p:cond delay="0"/>
                                  </p:stCondLst>
                                  <p:endCondLst>
                                    <p:cond evt="begin" delay="0">
                                      <p:tn val="13"/>
                                    </p:cond>
                                  </p:endCondLst>
                                  <p:childTnLst>
                                    <p:set>
                                      <p:cBhvr>
                                        <p:cTn id="14" dur="1" fill="hold">
                                          <p:stCondLst>
                                            <p:cond delay="0"/>
                                          </p:stCondLst>
                                        </p:cTn>
                                        <p:tgtEl>
                                          <p:spTgt spid="5"/>
                                        </p:tgtEl>
                                        <p:attrNameLst>
                                          <p:attrName>style.visibility</p:attrName>
                                        </p:attrNameLst>
                                      </p:cBhvr>
                                      <p:to>
                                        <p:strVal val="visible"/>
                                      </p:to>
                                    </p:set>
                                    <p:animEffect transition="in" filter="barn(outVertical)">
                                      <p:cBhvr>
                                        <p:cTn id="15" dur="500"/>
                                        <p:tgtEl>
                                          <p:spTgt spid="5"/>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wipe(up)">
                                      <p:cBhvr>
                                        <p:cTn id="19"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tmplLst>
          <p:tmpl>
            <p:tnLst>
              <p:par>
                <p:cTn presetID="10" presetClass="entr" presetSubtype="0" fill="hold" nodeType="after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5" grpId="0"/>
      <p:bldP spid="16"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uk-UA"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b="1" dirty="0" err="1" smtClean="0">
                <a:solidFill>
                  <a:schemeClr val="accent3"/>
                </a:solidFill>
              </a:rPr>
              <a:t>COMPANY</a:t>
            </a:r>
            <a:r>
              <a:rPr lang="en-US" dirty="0" err="1" smtClean="0"/>
              <a:t>name</a:t>
            </a:r>
            <a:endParaRPr lang="uk-UA"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dirty="0" smtClean="0"/>
              <a:t>www.company.com</a:t>
            </a:r>
            <a:endParaRPr lang="uk-UA" dirty="0"/>
          </a:p>
        </p:txBody>
      </p:sp>
      <p:sp>
        <p:nvSpPr>
          <p:cNvPr id="6" name="Slide Number Placeholder 5"/>
          <p:cNvSpPr>
            <a:spLocks noGrp="1"/>
          </p:cNvSpPr>
          <p:nvPr>
            <p:ph type="sldNum" sz="quarter" idx="4"/>
          </p:nvPr>
        </p:nvSpPr>
        <p:spPr>
          <a:xfrm>
            <a:off x="8729770" y="4767263"/>
            <a:ext cx="378734" cy="273844"/>
          </a:xfrm>
          <a:prstGeom prst="rect">
            <a:avLst/>
          </a:prstGeom>
        </p:spPr>
        <p:txBody>
          <a:bodyPr vert="horz" lIns="91440" tIns="45720" rIns="91440" bIns="45720" rtlCol="0" anchor="ctr"/>
          <a:lstStyle>
            <a:lvl1pPr algn="ctr">
              <a:defRPr sz="1000">
                <a:solidFill>
                  <a:schemeClr val="tx1">
                    <a:tint val="75000"/>
                  </a:schemeClr>
                </a:solidFill>
              </a:defRPr>
            </a:lvl1pPr>
          </a:lstStyle>
          <a:p>
            <a:fld id="{5A12E19C-F0D7-470F-8E3A-FEF858791E3B}" type="slidenum">
              <a:rPr lang="uk-UA" smtClean="0"/>
              <a:pPr/>
              <a:t>‹#›</a:t>
            </a:fld>
            <a:endParaRPr lang="uk-UA"/>
          </a:p>
        </p:txBody>
      </p:sp>
      <p:grpSp>
        <p:nvGrpSpPr>
          <p:cNvPr id="18" name="Group 17"/>
          <p:cNvGrpSpPr/>
          <p:nvPr userDrawn="1"/>
        </p:nvGrpSpPr>
        <p:grpSpPr>
          <a:xfrm>
            <a:off x="0" y="195487"/>
            <a:ext cx="9143999" cy="623379"/>
            <a:chOff x="-4361971" y="195486"/>
            <a:chExt cx="13505971" cy="920750"/>
          </a:xfrm>
          <a:effectLst>
            <a:outerShdw blurRad="25400" dist="12700" dir="5400000" algn="tl" rotWithShape="0">
              <a:prstClr val="black">
                <a:alpha val="40000"/>
              </a:prstClr>
            </a:outerShdw>
          </a:effectLst>
        </p:grpSpPr>
        <p:sp>
          <p:nvSpPr>
            <p:cNvPr id="7" name="Rectangle 6"/>
            <p:cNvSpPr/>
            <p:nvPr userDrawn="1"/>
          </p:nvSpPr>
          <p:spPr>
            <a:xfrm>
              <a:off x="-4361971" y="195486"/>
              <a:ext cx="13505971" cy="920750"/>
            </a:xfrm>
            <a:prstGeom prst="rect">
              <a:avLst/>
            </a:prstGeom>
            <a:gradFill flip="none" rotWithShape="1">
              <a:gsLst>
                <a:gs pos="0">
                  <a:schemeClr val="bg1">
                    <a:lumMod val="95000"/>
                    <a:alpha val="60000"/>
                  </a:schemeClr>
                </a:gs>
                <a:gs pos="100000">
                  <a:schemeClr val="bg1">
                    <a:lumMod val="65000"/>
                    <a:alpha val="50000"/>
                  </a:schemeClr>
                </a:gs>
              </a:gsLst>
              <a:path path="circle">
                <a:fillToRect r="100000" b="100000"/>
              </a:path>
              <a:tileRect l="-100000" t="-100000"/>
            </a:gra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8" name="Freeform 58"/>
            <p:cNvSpPr>
              <a:spLocks/>
            </p:cNvSpPr>
            <p:nvPr userDrawn="1"/>
          </p:nvSpPr>
          <p:spPr bwMode="auto">
            <a:xfrm>
              <a:off x="7580312" y="195486"/>
              <a:ext cx="1563688" cy="920750"/>
            </a:xfrm>
            <a:custGeom>
              <a:avLst/>
              <a:gdLst>
                <a:gd name="T0" fmla="*/ 32 w 416"/>
                <a:gd name="T1" fmla="*/ 0 h 242"/>
                <a:gd name="T2" fmla="*/ 0 w 416"/>
                <a:gd name="T3" fmla="*/ 138 h 242"/>
                <a:gd name="T4" fmla="*/ 18 w 416"/>
                <a:gd name="T5" fmla="*/ 242 h 242"/>
                <a:gd name="T6" fmla="*/ 416 w 416"/>
                <a:gd name="T7" fmla="*/ 242 h 242"/>
                <a:gd name="T8" fmla="*/ 416 w 416"/>
                <a:gd name="T9" fmla="*/ 0 h 242"/>
                <a:gd name="T10" fmla="*/ 32 w 416"/>
                <a:gd name="T11" fmla="*/ 0 h 242"/>
              </a:gdLst>
              <a:ahLst/>
              <a:cxnLst>
                <a:cxn ang="0">
                  <a:pos x="T0" y="T1"/>
                </a:cxn>
                <a:cxn ang="0">
                  <a:pos x="T2" y="T3"/>
                </a:cxn>
                <a:cxn ang="0">
                  <a:pos x="T4" y="T5"/>
                </a:cxn>
                <a:cxn ang="0">
                  <a:pos x="T6" y="T7"/>
                </a:cxn>
                <a:cxn ang="0">
                  <a:pos x="T8" y="T9"/>
                </a:cxn>
                <a:cxn ang="0">
                  <a:pos x="T10" y="T11"/>
                </a:cxn>
              </a:cxnLst>
              <a:rect l="0" t="0" r="r" b="b"/>
              <a:pathLst>
                <a:path w="416" h="242">
                  <a:moveTo>
                    <a:pt x="32" y="0"/>
                  </a:moveTo>
                  <a:cubicBezTo>
                    <a:pt x="11" y="41"/>
                    <a:pt x="0" y="88"/>
                    <a:pt x="0" y="138"/>
                  </a:cubicBezTo>
                  <a:cubicBezTo>
                    <a:pt x="0" y="174"/>
                    <a:pt x="6" y="209"/>
                    <a:pt x="18" y="242"/>
                  </a:cubicBezTo>
                  <a:cubicBezTo>
                    <a:pt x="416" y="242"/>
                    <a:pt x="416" y="242"/>
                    <a:pt x="416" y="242"/>
                  </a:cubicBezTo>
                  <a:cubicBezTo>
                    <a:pt x="416" y="0"/>
                    <a:pt x="416" y="0"/>
                    <a:pt x="416" y="0"/>
                  </a:cubicBezTo>
                  <a:lnTo>
                    <a:pt x="32" y="0"/>
                  </a:lnTo>
                  <a:close/>
                </a:path>
              </a:pathLst>
            </a:custGeom>
            <a:gradFill flip="none" rotWithShape="1">
              <a:gsLst>
                <a:gs pos="0">
                  <a:srgbClr val="FFFFFF">
                    <a:alpha val="6000"/>
                  </a:srgbClr>
                </a:gs>
                <a:gs pos="100000">
                  <a:srgbClr val="B2B2B2">
                    <a:alpha val="6000"/>
                  </a:srgbClr>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9" name="Freeform 59"/>
            <p:cNvSpPr>
              <a:spLocks/>
            </p:cNvSpPr>
            <p:nvPr userDrawn="1"/>
          </p:nvSpPr>
          <p:spPr bwMode="auto">
            <a:xfrm>
              <a:off x="7445374" y="195486"/>
              <a:ext cx="179388" cy="920750"/>
            </a:xfrm>
            <a:custGeom>
              <a:avLst/>
              <a:gdLst>
                <a:gd name="T0" fmla="*/ 48 w 48"/>
                <a:gd name="T1" fmla="*/ 0 h 242"/>
                <a:gd name="T2" fmla="*/ 28 w 48"/>
                <a:gd name="T3" fmla="*/ 0 h 242"/>
                <a:gd name="T4" fmla="*/ 0 w 48"/>
                <a:gd name="T5" fmla="*/ 138 h 242"/>
                <a:gd name="T6" fmla="*/ 16 w 48"/>
                <a:gd name="T7" fmla="*/ 242 h 242"/>
                <a:gd name="T8" fmla="*/ 34 w 48"/>
                <a:gd name="T9" fmla="*/ 242 h 242"/>
                <a:gd name="T10" fmla="*/ 18 w 48"/>
                <a:gd name="T11" fmla="*/ 138 h 242"/>
                <a:gd name="T12" fmla="*/ 48 w 48"/>
                <a:gd name="T13" fmla="*/ 0 h 242"/>
              </a:gdLst>
              <a:ahLst/>
              <a:cxnLst>
                <a:cxn ang="0">
                  <a:pos x="T0" y="T1"/>
                </a:cxn>
                <a:cxn ang="0">
                  <a:pos x="T2" y="T3"/>
                </a:cxn>
                <a:cxn ang="0">
                  <a:pos x="T4" y="T5"/>
                </a:cxn>
                <a:cxn ang="0">
                  <a:pos x="T6" y="T7"/>
                </a:cxn>
                <a:cxn ang="0">
                  <a:pos x="T8" y="T9"/>
                </a:cxn>
                <a:cxn ang="0">
                  <a:pos x="T10" y="T11"/>
                </a:cxn>
                <a:cxn ang="0">
                  <a:pos x="T12" y="T13"/>
                </a:cxn>
              </a:cxnLst>
              <a:rect l="0" t="0" r="r" b="b"/>
              <a:pathLst>
                <a:path w="48" h="242">
                  <a:moveTo>
                    <a:pt x="48" y="0"/>
                  </a:moveTo>
                  <a:cubicBezTo>
                    <a:pt x="28" y="0"/>
                    <a:pt x="28" y="0"/>
                    <a:pt x="28" y="0"/>
                  </a:cubicBezTo>
                  <a:cubicBezTo>
                    <a:pt x="10" y="42"/>
                    <a:pt x="0" y="89"/>
                    <a:pt x="0" y="138"/>
                  </a:cubicBezTo>
                  <a:cubicBezTo>
                    <a:pt x="0" y="174"/>
                    <a:pt x="5" y="209"/>
                    <a:pt x="16" y="242"/>
                  </a:cubicBezTo>
                  <a:cubicBezTo>
                    <a:pt x="34" y="242"/>
                    <a:pt x="34" y="242"/>
                    <a:pt x="34" y="242"/>
                  </a:cubicBezTo>
                  <a:cubicBezTo>
                    <a:pt x="24" y="209"/>
                    <a:pt x="18" y="174"/>
                    <a:pt x="18" y="138"/>
                  </a:cubicBezTo>
                  <a:cubicBezTo>
                    <a:pt x="18" y="88"/>
                    <a:pt x="28" y="42"/>
                    <a:pt x="48" y="0"/>
                  </a:cubicBezTo>
                  <a:close/>
                </a:path>
              </a:pathLst>
            </a:custGeom>
            <a:solidFill>
              <a:srgbClr val="FFFFFF">
                <a:alpha val="6000"/>
              </a:srgbClr>
            </a:solidFill>
            <a:ln>
              <a:noFill/>
            </a:ln>
          </p:spPr>
          <p:txBody>
            <a:bodyPr vert="horz" wrap="square" lIns="91440" tIns="45720" rIns="91440" bIns="45720" numCol="1" anchor="t" anchorCtr="0" compatLnSpc="1">
              <a:prstTxWarp prst="textNoShape">
                <a:avLst/>
              </a:prstTxWarp>
            </a:bodyPr>
            <a:lstStyle/>
            <a:p>
              <a:endParaRPr lang="uk-UA"/>
            </a:p>
          </p:txBody>
        </p:sp>
        <p:sp>
          <p:nvSpPr>
            <p:cNvPr id="10" name="Freeform 60"/>
            <p:cNvSpPr>
              <a:spLocks/>
            </p:cNvSpPr>
            <p:nvPr userDrawn="1"/>
          </p:nvSpPr>
          <p:spPr bwMode="auto">
            <a:xfrm>
              <a:off x="5241924" y="328836"/>
              <a:ext cx="1973263" cy="787400"/>
            </a:xfrm>
            <a:custGeom>
              <a:avLst/>
              <a:gdLst>
                <a:gd name="T0" fmla="*/ 262 w 525"/>
                <a:gd name="T1" fmla="*/ 0 h 207"/>
                <a:gd name="T2" fmla="*/ 0 w 525"/>
                <a:gd name="T3" fmla="*/ 207 h 207"/>
                <a:gd name="T4" fmla="*/ 525 w 525"/>
                <a:gd name="T5" fmla="*/ 207 h 207"/>
                <a:gd name="T6" fmla="*/ 262 w 525"/>
                <a:gd name="T7" fmla="*/ 0 h 207"/>
              </a:gdLst>
              <a:ahLst/>
              <a:cxnLst>
                <a:cxn ang="0">
                  <a:pos x="T0" y="T1"/>
                </a:cxn>
                <a:cxn ang="0">
                  <a:pos x="T2" y="T3"/>
                </a:cxn>
                <a:cxn ang="0">
                  <a:pos x="T4" y="T5"/>
                </a:cxn>
                <a:cxn ang="0">
                  <a:pos x="T6" y="T7"/>
                </a:cxn>
              </a:cxnLst>
              <a:rect l="0" t="0" r="r" b="b"/>
              <a:pathLst>
                <a:path w="525" h="207">
                  <a:moveTo>
                    <a:pt x="262" y="0"/>
                  </a:moveTo>
                  <a:cubicBezTo>
                    <a:pt x="135" y="0"/>
                    <a:pt x="28" y="88"/>
                    <a:pt x="0" y="207"/>
                  </a:cubicBezTo>
                  <a:cubicBezTo>
                    <a:pt x="525" y="207"/>
                    <a:pt x="525" y="207"/>
                    <a:pt x="525" y="207"/>
                  </a:cubicBezTo>
                  <a:cubicBezTo>
                    <a:pt x="496" y="88"/>
                    <a:pt x="389" y="0"/>
                    <a:pt x="262" y="0"/>
                  </a:cubicBezTo>
                  <a:close/>
                </a:path>
              </a:pathLst>
            </a:custGeom>
            <a:gradFill flip="none" rotWithShape="1">
              <a:gsLst>
                <a:gs pos="0">
                  <a:srgbClr val="FFFFFF">
                    <a:alpha val="10000"/>
                  </a:srgbClr>
                </a:gs>
                <a:gs pos="100000">
                  <a:srgbClr val="B2B2B2">
                    <a:alpha val="10000"/>
                  </a:srgbClr>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11" name="Freeform 61"/>
            <p:cNvSpPr>
              <a:spLocks/>
            </p:cNvSpPr>
            <p:nvPr userDrawn="1"/>
          </p:nvSpPr>
          <p:spPr bwMode="auto">
            <a:xfrm>
              <a:off x="5102224" y="195486"/>
              <a:ext cx="2249488" cy="920750"/>
            </a:xfrm>
            <a:custGeom>
              <a:avLst/>
              <a:gdLst>
                <a:gd name="T0" fmla="*/ 322 w 598"/>
                <a:gd name="T1" fmla="*/ 0 h 242"/>
                <a:gd name="T2" fmla="*/ 276 w 598"/>
                <a:gd name="T3" fmla="*/ 0 h 242"/>
                <a:gd name="T4" fmla="*/ 0 w 598"/>
                <a:gd name="T5" fmla="*/ 242 h 242"/>
                <a:gd name="T6" fmla="*/ 18 w 598"/>
                <a:gd name="T7" fmla="*/ 242 h 242"/>
                <a:gd name="T8" fmla="*/ 299 w 598"/>
                <a:gd name="T9" fmla="*/ 17 h 242"/>
                <a:gd name="T10" fmla="*/ 580 w 598"/>
                <a:gd name="T11" fmla="*/ 242 h 242"/>
                <a:gd name="T12" fmla="*/ 598 w 598"/>
                <a:gd name="T13" fmla="*/ 242 h 242"/>
                <a:gd name="T14" fmla="*/ 322 w 598"/>
                <a:gd name="T15" fmla="*/ 0 h 2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98" h="242">
                  <a:moveTo>
                    <a:pt x="322" y="0"/>
                  </a:moveTo>
                  <a:cubicBezTo>
                    <a:pt x="276" y="0"/>
                    <a:pt x="276" y="0"/>
                    <a:pt x="276" y="0"/>
                  </a:cubicBezTo>
                  <a:cubicBezTo>
                    <a:pt x="140" y="10"/>
                    <a:pt x="28" y="110"/>
                    <a:pt x="0" y="242"/>
                  </a:cubicBezTo>
                  <a:cubicBezTo>
                    <a:pt x="18" y="242"/>
                    <a:pt x="18" y="242"/>
                    <a:pt x="18" y="242"/>
                  </a:cubicBezTo>
                  <a:cubicBezTo>
                    <a:pt x="47" y="113"/>
                    <a:pt x="162" y="17"/>
                    <a:pt x="299" y="17"/>
                  </a:cubicBezTo>
                  <a:cubicBezTo>
                    <a:pt x="437" y="17"/>
                    <a:pt x="551" y="113"/>
                    <a:pt x="580" y="242"/>
                  </a:cubicBezTo>
                  <a:cubicBezTo>
                    <a:pt x="598" y="242"/>
                    <a:pt x="598" y="242"/>
                    <a:pt x="598" y="242"/>
                  </a:cubicBezTo>
                  <a:cubicBezTo>
                    <a:pt x="571" y="110"/>
                    <a:pt x="459" y="10"/>
                    <a:pt x="322" y="0"/>
                  </a:cubicBezTo>
                  <a:close/>
                </a:path>
              </a:pathLst>
            </a:custGeom>
            <a:solidFill>
              <a:srgbClr val="FFFFFF">
                <a:alpha val="15000"/>
              </a:srgbClr>
            </a:solidFill>
            <a:ln>
              <a:noFill/>
            </a:ln>
          </p:spPr>
          <p:txBody>
            <a:bodyPr vert="horz" wrap="square" lIns="91440" tIns="45720" rIns="91440" bIns="45720" numCol="1" anchor="t" anchorCtr="0" compatLnSpc="1">
              <a:prstTxWarp prst="textNoShape">
                <a:avLst/>
              </a:prstTxWarp>
            </a:bodyPr>
            <a:lstStyle/>
            <a:p>
              <a:endParaRPr lang="uk-UA"/>
            </a:p>
          </p:txBody>
        </p:sp>
        <p:sp>
          <p:nvSpPr>
            <p:cNvPr id="12" name="Freeform 62"/>
            <p:cNvSpPr>
              <a:spLocks/>
            </p:cNvSpPr>
            <p:nvPr userDrawn="1"/>
          </p:nvSpPr>
          <p:spPr bwMode="auto">
            <a:xfrm>
              <a:off x="8151812" y="195486"/>
              <a:ext cx="752475" cy="503238"/>
            </a:xfrm>
            <a:custGeom>
              <a:avLst/>
              <a:gdLst>
                <a:gd name="T0" fmla="*/ 100 w 200"/>
                <a:gd name="T1" fmla="*/ 132 h 132"/>
                <a:gd name="T2" fmla="*/ 200 w 200"/>
                <a:gd name="T3" fmla="*/ 31 h 132"/>
                <a:gd name="T4" fmla="*/ 195 w 200"/>
                <a:gd name="T5" fmla="*/ 0 h 132"/>
                <a:gd name="T6" fmla="*/ 5 w 200"/>
                <a:gd name="T7" fmla="*/ 0 h 132"/>
                <a:gd name="T8" fmla="*/ 0 w 200"/>
                <a:gd name="T9" fmla="*/ 31 h 132"/>
                <a:gd name="T10" fmla="*/ 100 w 200"/>
                <a:gd name="T11" fmla="*/ 132 h 132"/>
              </a:gdLst>
              <a:ahLst/>
              <a:cxnLst>
                <a:cxn ang="0">
                  <a:pos x="T0" y="T1"/>
                </a:cxn>
                <a:cxn ang="0">
                  <a:pos x="T2" y="T3"/>
                </a:cxn>
                <a:cxn ang="0">
                  <a:pos x="T4" y="T5"/>
                </a:cxn>
                <a:cxn ang="0">
                  <a:pos x="T6" y="T7"/>
                </a:cxn>
                <a:cxn ang="0">
                  <a:pos x="T8" y="T9"/>
                </a:cxn>
                <a:cxn ang="0">
                  <a:pos x="T10" y="T11"/>
                </a:cxn>
              </a:cxnLst>
              <a:rect l="0" t="0" r="r" b="b"/>
              <a:pathLst>
                <a:path w="200" h="132">
                  <a:moveTo>
                    <a:pt x="100" y="132"/>
                  </a:moveTo>
                  <a:cubicBezTo>
                    <a:pt x="155" y="132"/>
                    <a:pt x="200" y="87"/>
                    <a:pt x="200" y="31"/>
                  </a:cubicBezTo>
                  <a:cubicBezTo>
                    <a:pt x="200" y="20"/>
                    <a:pt x="199" y="10"/>
                    <a:pt x="195" y="0"/>
                  </a:cubicBezTo>
                  <a:cubicBezTo>
                    <a:pt x="5" y="0"/>
                    <a:pt x="5" y="0"/>
                    <a:pt x="5" y="0"/>
                  </a:cubicBezTo>
                  <a:cubicBezTo>
                    <a:pt x="2" y="10"/>
                    <a:pt x="0" y="20"/>
                    <a:pt x="0" y="31"/>
                  </a:cubicBezTo>
                  <a:cubicBezTo>
                    <a:pt x="0" y="87"/>
                    <a:pt x="45" y="132"/>
                    <a:pt x="100" y="132"/>
                  </a:cubicBezTo>
                  <a:close/>
                </a:path>
              </a:pathLst>
            </a:custGeom>
            <a:gradFill flip="none" rotWithShape="1">
              <a:gsLst>
                <a:gs pos="0">
                  <a:srgbClr val="FFFFFF">
                    <a:alpha val="10000"/>
                  </a:srgbClr>
                </a:gs>
                <a:gs pos="100000">
                  <a:srgbClr val="B2B2B2">
                    <a:alpha val="10000"/>
                  </a:srgbClr>
                </a:gs>
              </a:gsLst>
              <a:path path="circle">
                <a:fillToRect t="100000" r="100000"/>
              </a:path>
              <a:tileRect l="-100000" b="-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13" name="Freeform 63"/>
            <p:cNvSpPr>
              <a:spLocks/>
            </p:cNvSpPr>
            <p:nvPr userDrawn="1"/>
          </p:nvSpPr>
          <p:spPr bwMode="auto">
            <a:xfrm>
              <a:off x="8107362" y="195486"/>
              <a:ext cx="841375" cy="547688"/>
            </a:xfrm>
            <a:custGeom>
              <a:avLst/>
              <a:gdLst>
                <a:gd name="T0" fmla="*/ 220 w 224"/>
                <a:gd name="T1" fmla="*/ 0 h 144"/>
                <a:gd name="T2" fmla="*/ 214 w 224"/>
                <a:gd name="T3" fmla="*/ 0 h 144"/>
                <a:gd name="T4" fmla="*/ 218 w 224"/>
                <a:gd name="T5" fmla="*/ 31 h 144"/>
                <a:gd name="T6" fmla="*/ 112 w 224"/>
                <a:gd name="T7" fmla="*/ 138 h 144"/>
                <a:gd name="T8" fmla="*/ 6 w 224"/>
                <a:gd name="T9" fmla="*/ 31 h 144"/>
                <a:gd name="T10" fmla="*/ 11 w 224"/>
                <a:gd name="T11" fmla="*/ 0 h 144"/>
                <a:gd name="T12" fmla="*/ 5 w 224"/>
                <a:gd name="T13" fmla="*/ 0 h 144"/>
                <a:gd name="T14" fmla="*/ 0 w 224"/>
                <a:gd name="T15" fmla="*/ 31 h 144"/>
                <a:gd name="T16" fmla="*/ 112 w 224"/>
                <a:gd name="T17" fmla="*/ 144 h 144"/>
                <a:gd name="T18" fmla="*/ 224 w 224"/>
                <a:gd name="T19" fmla="*/ 31 h 144"/>
                <a:gd name="T20" fmla="*/ 220 w 224"/>
                <a:gd name="T21"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4" h="144">
                  <a:moveTo>
                    <a:pt x="220" y="0"/>
                  </a:moveTo>
                  <a:cubicBezTo>
                    <a:pt x="214" y="0"/>
                    <a:pt x="214" y="0"/>
                    <a:pt x="214" y="0"/>
                  </a:cubicBezTo>
                  <a:cubicBezTo>
                    <a:pt x="217" y="10"/>
                    <a:pt x="218" y="20"/>
                    <a:pt x="218" y="31"/>
                  </a:cubicBezTo>
                  <a:cubicBezTo>
                    <a:pt x="218" y="90"/>
                    <a:pt x="171" y="138"/>
                    <a:pt x="112" y="138"/>
                  </a:cubicBezTo>
                  <a:cubicBezTo>
                    <a:pt x="54" y="138"/>
                    <a:pt x="6" y="90"/>
                    <a:pt x="6" y="31"/>
                  </a:cubicBezTo>
                  <a:cubicBezTo>
                    <a:pt x="6" y="20"/>
                    <a:pt x="8" y="10"/>
                    <a:pt x="11" y="0"/>
                  </a:cubicBezTo>
                  <a:cubicBezTo>
                    <a:pt x="5" y="0"/>
                    <a:pt x="5" y="0"/>
                    <a:pt x="5" y="0"/>
                  </a:cubicBezTo>
                  <a:cubicBezTo>
                    <a:pt x="2" y="10"/>
                    <a:pt x="0" y="20"/>
                    <a:pt x="0" y="31"/>
                  </a:cubicBezTo>
                  <a:cubicBezTo>
                    <a:pt x="0" y="93"/>
                    <a:pt x="50" y="144"/>
                    <a:pt x="112" y="144"/>
                  </a:cubicBezTo>
                  <a:cubicBezTo>
                    <a:pt x="174" y="144"/>
                    <a:pt x="224" y="93"/>
                    <a:pt x="224" y="31"/>
                  </a:cubicBezTo>
                  <a:cubicBezTo>
                    <a:pt x="224" y="20"/>
                    <a:pt x="223" y="10"/>
                    <a:pt x="220" y="0"/>
                  </a:cubicBezTo>
                  <a:close/>
                </a:path>
              </a:pathLst>
            </a:custGeom>
            <a:gradFill flip="none" rotWithShape="1">
              <a:gsLst>
                <a:gs pos="0">
                  <a:srgbClr val="FFFFFF">
                    <a:alpha val="10000"/>
                  </a:srgbClr>
                </a:gs>
                <a:gs pos="100000">
                  <a:srgbClr val="B2B2B2">
                    <a:alpha val="10000"/>
                  </a:srgbClr>
                </a:gs>
              </a:gsLst>
              <a:path path="circle">
                <a:fillToRect t="100000" r="100000"/>
              </a:path>
              <a:tileRect l="-100000" b="-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14" name="Freeform 64"/>
            <p:cNvSpPr>
              <a:spLocks/>
            </p:cNvSpPr>
            <p:nvPr userDrawn="1"/>
          </p:nvSpPr>
          <p:spPr bwMode="auto">
            <a:xfrm>
              <a:off x="8855074" y="195486"/>
              <a:ext cx="288925" cy="182563"/>
            </a:xfrm>
            <a:custGeom>
              <a:avLst/>
              <a:gdLst>
                <a:gd name="T0" fmla="*/ 0 w 77"/>
                <a:gd name="T1" fmla="*/ 0 h 48"/>
                <a:gd name="T2" fmla="*/ 0 w 77"/>
                <a:gd name="T3" fmla="*/ 1 h 48"/>
                <a:gd name="T4" fmla="*/ 48 w 77"/>
                <a:gd name="T5" fmla="*/ 48 h 48"/>
                <a:gd name="T6" fmla="*/ 77 w 77"/>
                <a:gd name="T7" fmla="*/ 38 h 48"/>
                <a:gd name="T8" fmla="*/ 77 w 77"/>
                <a:gd name="T9" fmla="*/ 0 h 48"/>
                <a:gd name="T10" fmla="*/ 0 w 77"/>
                <a:gd name="T11" fmla="*/ 0 h 48"/>
              </a:gdLst>
              <a:ahLst/>
              <a:cxnLst>
                <a:cxn ang="0">
                  <a:pos x="T0" y="T1"/>
                </a:cxn>
                <a:cxn ang="0">
                  <a:pos x="T2" y="T3"/>
                </a:cxn>
                <a:cxn ang="0">
                  <a:pos x="T4" y="T5"/>
                </a:cxn>
                <a:cxn ang="0">
                  <a:pos x="T6" y="T7"/>
                </a:cxn>
                <a:cxn ang="0">
                  <a:pos x="T8" y="T9"/>
                </a:cxn>
                <a:cxn ang="0">
                  <a:pos x="T10" y="T11"/>
                </a:cxn>
              </a:cxnLst>
              <a:rect l="0" t="0" r="r" b="b"/>
              <a:pathLst>
                <a:path w="77" h="48">
                  <a:moveTo>
                    <a:pt x="0" y="0"/>
                  </a:moveTo>
                  <a:cubicBezTo>
                    <a:pt x="0" y="0"/>
                    <a:pt x="0" y="0"/>
                    <a:pt x="0" y="1"/>
                  </a:cubicBezTo>
                  <a:cubicBezTo>
                    <a:pt x="0" y="27"/>
                    <a:pt x="21" y="48"/>
                    <a:pt x="48" y="48"/>
                  </a:cubicBezTo>
                  <a:cubicBezTo>
                    <a:pt x="59" y="48"/>
                    <a:pt x="69" y="44"/>
                    <a:pt x="77" y="38"/>
                  </a:cubicBezTo>
                  <a:cubicBezTo>
                    <a:pt x="77" y="0"/>
                    <a:pt x="77" y="0"/>
                    <a:pt x="77" y="0"/>
                  </a:cubicBezTo>
                  <a:lnTo>
                    <a:pt x="0" y="0"/>
                  </a:lnTo>
                  <a:close/>
                </a:path>
              </a:pathLst>
            </a:custGeom>
            <a:gradFill flip="none" rotWithShape="1">
              <a:gsLst>
                <a:gs pos="0">
                  <a:srgbClr val="FFFFFF">
                    <a:alpha val="10000"/>
                  </a:srgbClr>
                </a:gs>
                <a:gs pos="100000">
                  <a:srgbClr val="B2B2B2">
                    <a:alpha val="10000"/>
                  </a:srgb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uk-UA"/>
            </a:p>
          </p:txBody>
        </p:sp>
        <p:sp>
          <p:nvSpPr>
            <p:cNvPr id="15" name="Freeform 65"/>
            <p:cNvSpPr>
              <a:spLocks/>
            </p:cNvSpPr>
            <p:nvPr userDrawn="1"/>
          </p:nvSpPr>
          <p:spPr bwMode="auto">
            <a:xfrm>
              <a:off x="8810624" y="195486"/>
              <a:ext cx="333375" cy="228600"/>
            </a:xfrm>
            <a:custGeom>
              <a:avLst/>
              <a:gdLst>
                <a:gd name="T0" fmla="*/ 6 w 89"/>
                <a:gd name="T1" fmla="*/ 1 h 60"/>
                <a:gd name="T2" fmla="*/ 6 w 89"/>
                <a:gd name="T3" fmla="*/ 0 h 60"/>
                <a:gd name="T4" fmla="*/ 0 w 89"/>
                <a:gd name="T5" fmla="*/ 0 h 60"/>
                <a:gd name="T6" fmla="*/ 0 w 89"/>
                <a:gd name="T7" fmla="*/ 1 h 60"/>
                <a:gd name="T8" fmla="*/ 60 w 89"/>
                <a:gd name="T9" fmla="*/ 60 h 60"/>
                <a:gd name="T10" fmla="*/ 89 w 89"/>
                <a:gd name="T11" fmla="*/ 52 h 60"/>
                <a:gd name="T12" fmla="*/ 89 w 89"/>
                <a:gd name="T13" fmla="*/ 45 h 60"/>
                <a:gd name="T14" fmla="*/ 60 w 89"/>
                <a:gd name="T15" fmla="*/ 54 h 60"/>
                <a:gd name="T16" fmla="*/ 6 w 89"/>
                <a:gd name="T17" fmla="*/ 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 h="60">
                  <a:moveTo>
                    <a:pt x="6" y="1"/>
                  </a:moveTo>
                  <a:cubicBezTo>
                    <a:pt x="6" y="0"/>
                    <a:pt x="6" y="0"/>
                    <a:pt x="6" y="0"/>
                  </a:cubicBezTo>
                  <a:cubicBezTo>
                    <a:pt x="0" y="0"/>
                    <a:pt x="0" y="0"/>
                    <a:pt x="0" y="0"/>
                  </a:cubicBezTo>
                  <a:cubicBezTo>
                    <a:pt x="0" y="0"/>
                    <a:pt x="0" y="0"/>
                    <a:pt x="0" y="1"/>
                  </a:cubicBezTo>
                  <a:cubicBezTo>
                    <a:pt x="0" y="33"/>
                    <a:pt x="27" y="60"/>
                    <a:pt x="60" y="60"/>
                  </a:cubicBezTo>
                  <a:cubicBezTo>
                    <a:pt x="70" y="60"/>
                    <a:pt x="80" y="57"/>
                    <a:pt x="89" y="52"/>
                  </a:cubicBezTo>
                  <a:cubicBezTo>
                    <a:pt x="89" y="45"/>
                    <a:pt x="89" y="45"/>
                    <a:pt x="89" y="45"/>
                  </a:cubicBezTo>
                  <a:cubicBezTo>
                    <a:pt x="81" y="51"/>
                    <a:pt x="71" y="54"/>
                    <a:pt x="60" y="54"/>
                  </a:cubicBezTo>
                  <a:cubicBezTo>
                    <a:pt x="30" y="54"/>
                    <a:pt x="6" y="30"/>
                    <a:pt x="6" y="1"/>
                  </a:cubicBezTo>
                  <a:close/>
                </a:path>
              </a:pathLst>
            </a:custGeom>
            <a:gradFill flip="none" rotWithShape="1">
              <a:gsLst>
                <a:gs pos="0">
                  <a:srgbClr val="FFFFFF">
                    <a:alpha val="10000"/>
                  </a:srgbClr>
                </a:gs>
                <a:gs pos="100000">
                  <a:srgbClr val="B2B2B2">
                    <a:alpha val="10000"/>
                  </a:srgbClr>
                </a:gs>
              </a:gsLst>
              <a:path path="circle">
                <a:fillToRect t="100000" r="100000"/>
              </a:path>
              <a:tileRect l="-100000" b="-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16" name="Oval 66"/>
            <p:cNvSpPr>
              <a:spLocks noChangeArrowheads="1"/>
            </p:cNvSpPr>
            <p:nvPr userDrawn="1"/>
          </p:nvSpPr>
          <p:spPr bwMode="auto">
            <a:xfrm>
              <a:off x="6850062" y="435199"/>
              <a:ext cx="136525" cy="133350"/>
            </a:xfrm>
            <a:prstGeom prst="ellipse">
              <a:avLst/>
            </a:prstGeom>
            <a:gradFill flip="none" rotWithShape="1">
              <a:gsLst>
                <a:gs pos="0">
                  <a:srgbClr val="FFFFFF">
                    <a:alpha val="10000"/>
                  </a:srgbClr>
                </a:gs>
                <a:gs pos="100000">
                  <a:srgbClr val="B2B2B2">
                    <a:alpha val="10000"/>
                  </a:srgbClr>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17" name="Freeform 67"/>
            <p:cNvSpPr>
              <a:spLocks noEditPoints="1"/>
            </p:cNvSpPr>
            <p:nvPr userDrawn="1"/>
          </p:nvSpPr>
          <p:spPr bwMode="auto">
            <a:xfrm>
              <a:off x="6827837" y="412974"/>
              <a:ext cx="177800" cy="177800"/>
            </a:xfrm>
            <a:custGeom>
              <a:avLst/>
              <a:gdLst>
                <a:gd name="T0" fmla="*/ 24 w 47"/>
                <a:gd name="T1" fmla="*/ 47 h 47"/>
                <a:gd name="T2" fmla="*/ 0 w 47"/>
                <a:gd name="T3" fmla="*/ 24 h 47"/>
                <a:gd name="T4" fmla="*/ 24 w 47"/>
                <a:gd name="T5" fmla="*/ 0 h 47"/>
                <a:gd name="T6" fmla="*/ 47 w 47"/>
                <a:gd name="T7" fmla="*/ 24 h 47"/>
                <a:gd name="T8" fmla="*/ 24 w 47"/>
                <a:gd name="T9" fmla="*/ 47 h 47"/>
                <a:gd name="T10" fmla="*/ 24 w 47"/>
                <a:gd name="T11" fmla="*/ 4 h 47"/>
                <a:gd name="T12" fmla="*/ 4 w 47"/>
                <a:gd name="T13" fmla="*/ 24 h 47"/>
                <a:gd name="T14" fmla="*/ 24 w 47"/>
                <a:gd name="T15" fmla="*/ 43 h 47"/>
                <a:gd name="T16" fmla="*/ 43 w 47"/>
                <a:gd name="T17" fmla="*/ 24 h 47"/>
                <a:gd name="T18" fmla="*/ 24 w 47"/>
                <a:gd name="T19" fmla="*/ 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4" y="47"/>
                  </a:moveTo>
                  <a:cubicBezTo>
                    <a:pt x="11" y="47"/>
                    <a:pt x="0" y="37"/>
                    <a:pt x="0" y="24"/>
                  </a:cubicBezTo>
                  <a:cubicBezTo>
                    <a:pt x="0" y="11"/>
                    <a:pt x="11" y="0"/>
                    <a:pt x="24" y="0"/>
                  </a:cubicBezTo>
                  <a:cubicBezTo>
                    <a:pt x="37" y="0"/>
                    <a:pt x="47" y="11"/>
                    <a:pt x="47" y="24"/>
                  </a:cubicBezTo>
                  <a:cubicBezTo>
                    <a:pt x="47" y="37"/>
                    <a:pt x="37" y="47"/>
                    <a:pt x="24" y="47"/>
                  </a:cubicBezTo>
                  <a:close/>
                  <a:moveTo>
                    <a:pt x="24" y="4"/>
                  </a:moveTo>
                  <a:cubicBezTo>
                    <a:pt x="13" y="4"/>
                    <a:pt x="4" y="13"/>
                    <a:pt x="4" y="24"/>
                  </a:cubicBezTo>
                  <a:cubicBezTo>
                    <a:pt x="4" y="34"/>
                    <a:pt x="13" y="43"/>
                    <a:pt x="24" y="43"/>
                  </a:cubicBezTo>
                  <a:cubicBezTo>
                    <a:pt x="35" y="43"/>
                    <a:pt x="43" y="34"/>
                    <a:pt x="43" y="24"/>
                  </a:cubicBezTo>
                  <a:cubicBezTo>
                    <a:pt x="43" y="13"/>
                    <a:pt x="35" y="4"/>
                    <a:pt x="24" y="4"/>
                  </a:cubicBezTo>
                  <a:close/>
                </a:path>
              </a:pathLst>
            </a:custGeom>
            <a:solidFill>
              <a:srgbClr val="B2B2B2">
                <a:alpha val="11000"/>
              </a:srgbClr>
            </a:solidFill>
            <a:ln>
              <a:noFill/>
            </a:ln>
          </p:spPr>
          <p:txBody>
            <a:bodyPr vert="horz" wrap="square" lIns="91440" tIns="45720" rIns="91440" bIns="45720" numCol="1" anchor="t" anchorCtr="0" compatLnSpc="1">
              <a:prstTxWarp prst="textNoShape">
                <a:avLst/>
              </a:prstTxWarp>
            </a:bodyPr>
            <a:lstStyle/>
            <a:p>
              <a:endParaRPr lang="uk-UA"/>
            </a:p>
          </p:txBody>
        </p:sp>
      </p:grpSp>
      <p:sp>
        <p:nvSpPr>
          <p:cNvPr id="2" name="Title Placeholder 1"/>
          <p:cNvSpPr>
            <a:spLocks noGrp="1"/>
          </p:cNvSpPr>
          <p:nvPr>
            <p:ph type="title"/>
          </p:nvPr>
        </p:nvSpPr>
        <p:spPr>
          <a:xfrm>
            <a:off x="457200" y="205979"/>
            <a:ext cx="4474840" cy="612887"/>
          </a:xfrm>
          <a:prstGeom prst="rect">
            <a:avLst/>
          </a:prstGeom>
        </p:spPr>
        <p:txBody>
          <a:bodyPr vert="horz" lIns="91440" tIns="45720" rIns="91440" bIns="45720" rtlCol="0" anchor="ctr">
            <a:normAutofit/>
          </a:bodyPr>
          <a:lstStyle/>
          <a:p>
            <a:r>
              <a:rPr lang="en-US" dirty="0" smtClean="0"/>
              <a:t>Click to edit Master title style</a:t>
            </a:r>
            <a:endParaRPr lang="uk-UA" dirty="0"/>
          </a:p>
        </p:txBody>
      </p:sp>
      <p:grpSp>
        <p:nvGrpSpPr>
          <p:cNvPr id="21" name="Group 20"/>
          <p:cNvGrpSpPr/>
          <p:nvPr userDrawn="1"/>
        </p:nvGrpSpPr>
        <p:grpSpPr>
          <a:xfrm>
            <a:off x="8769949" y="4749443"/>
            <a:ext cx="315357" cy="315357"/>
            <a:chOff x="7728278" y="1620599"/>
            <a:chExt cx="120377" cy="120377"/>
          </a:xfrm>
        </p:grpSpPr>
        <p:sp>
          <p:nvSpPr>
            <p:cNvPr id="19" name="Oval 66"/>
            <p:cNvSpPr>
              <a:spLocks noChangeArrowheads="1"/>
            </p:cNvSpPr>
            <p:nvPr userDrawn="1"/>
          </p:nvSpPr>
          <p:spPr bwMode="auto">
            <a:xfrm>
              <a:off x="7743325" y="1635646"/>
              <a:ext cx="92432" cy="90282"/>
            </a:xfrm>
            <a:prstGeom prst="ellipse">
              <a:avLst/>
            </a:prstGeom>
            <a:gradFill flip="none" rotWithShape="1">
              <a:gsLst>
                <a:gs pos="0">
                  <a:srgbClr val="FFFFFF">
                    <a:alpha val="10000"/>
                  </a:srgbClr>
                </a:gs>
                <a:gs pos="100000">
                  <a:srgbClr val="B2B2B2">
                    <a:alpha val="10000"/>
                  </a:srgbClr>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endParaRPr lang="uk-UA"/>
            </a:p>
          </p:txBody>
        </p:sp>
        <p:sp>
          <p:nvSpPr>
            <p:cNvPr id="20" name="Freeform 67"/>
            <p:cNvSpPr>
              <a:spLocks noEditPoints="1"/>
            </p:cNvSpPr>
            <p:nvPr userDrawn="1"/>
          </p:nvSpPr>
          <p:spPr bwMode="auto">
            <a:xfrm>
              <a:off x="7728278" y="1620599"/>
              <a:ext cx="120377" cy="120377"/>
            </a:xfrm>
            <a:custGeom>
              <a:avLst/>
              <a:gdLst>
                <a:gd name="T0" fmla="*/ 24 w 47"/>
                <a:gd name="T1" fmla="*/ 47 h 47"/>
                <a:gd name="T2" fmla="*/ 0 w 47"/>
                <a:gd name="T3" fmla="*/ 24 h 47"/>
                <a:gd name="T4" fmla="*/ 24 w 47"/>
                <a:gd name="T5" fmla="*/ 0 h 47"/>
                <a:gd name="T6" fmla="*/ 47 w 47"/>
                <a:gd name="T7" fmla="*/ 24 h 47"/>
                <a:gd name="T8" fmla="*/ 24 w 47"/>
                <a:gd name="T9" fmla="*/ 47 h 47"/>
                <a:gd name="T10" fmla="*/ 24 w 47"/>
                <a:gd name="T11" fmla="*/ 4 h 47"/>
                <a:gd name="T12" fmla="*/ 4 w 47"/>
                <a:gd name="T13" fmla="*/ 24 h 47"/>
                <a:gd name="T14" fmla="*/ 24 w 47"/>
                <a:gd name="T15" fmla="*/ 43 h 47"/>
                <a:gd name="T16" fmla="*/ 43 w 47"/>
                <a:gd name="T17" fmla="*/ 24 h 47"/>
                <a:gd name="T18" fmla="*/ 24 w 47"/>
                <a:gd name="T19" fmla="*/ 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4" y="47"/>
                  </a:moveTo>
                  <a:cubicBezTo>
                    <a:pt x="11" y="47"/>
                    <a:pt x="0" y="37"/>
                    <a:pt x="0" y="24"/>
                  </a:cubicBezTo>
                  <a:cubicBezTo>
                    <a:pt x="0" y="11"/>
                    <a:pt x="11" y="0"/>
                    <a:pt x="24" y="0"/>
                  </a:cubicBezTo>
                  <a:cubicBezTo>
                    <a:pt x="37" y="0"/>
                    <a:pt x="47" y="11"/>
                    <a:pt x="47" y="24"/>
                  </a:cubicBezTo>
                  <a:cubicBezTo>
                    <a:pt x="47" y="37"/>
                    <a:pt x="37" y="47"/>
                    <a:pt x="24" y="47"/>
                  </a:cubicBezTo>
                  <a:close/>
                  <a:moveTo>
                    <a:pt x="24" y="4"/>
                  </a:moveTo>
                  <a:cubicBezTo>
                    <a:pt x="13" y="4"/>
                    <a:pt x="4" y="13"/>
                    <a:pt x="4" y="24"/>
                  </a:cubicBezTo>
                  <a:cubicBezTo>
                    <a:pt x="4" y="34"/>
                    <a:pt x="13" y="43"/>
                    <a:pt x="24" y="43"/>
                  </a:cubicBezTo>
                  <a:cubicBezTo>
                    <a:pt x="35" y="43"/>
                    <a:pt x="43" y="34"/>
                    <a:pt x="43" y="24"/>
                  </a:cubicBezTo>
                  <a:cubicBezTo>
                    <a:pt x="43" y="13"/>
                    <a:pt x="35" y="4"/>
                    <a:pt x="24" y="4"/>
                  </a:cubicBezTo>
                  <a:close/>
                </a:path>
              </a:pathLst>
            </a:custGeom>
            <a:solidFill>
              <a:srgbClr val="B2B2B2">
                <a:alpha val="11000"/>
              </a:srgbClr>
            </a:solidFill>
            <a:ln>
              <a:noFill/>
            </a:ln>
          </p:spPr>
          <p:txBody>
            <a:bodyPr vert="horz" wrap="square" lIns="91440" tIns="45720" rIns="91440" bIns="45720" numCol="1" anchor="t" anchorCtr="0" compatLnSpc="1">
              <a:prstTxWarp prst="textNoShape">
                <a:avLst/>
              </a:prstTxWarp>
            </a:bodyPr>
            <a:lstStyle/>
            <a:p>
              <a:endParaRPr lang="uk-UA"/>
            </a:p>
          </p:txBody>
        </p:sp>
      </p:grpSp>
    </p:spTree>
    <p:extLst>
      <p:ext uri="{BB962C8B-B14F-4D97-AF65-F5344CB8AC3E}">
        <p14:creationId xmlns:p14="http://schemas.microsoft.com/office/powerpoint/2010/main" val="79526404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5" r:id="rId3"/>
    <p:sldLayoutId id="2147483668" r:id="rId4"/>
    <p:sldLayoutId id="2147483671" r:id="rId5"/>
    <p:sldLayoutId id="2147483669" r:id="rId6"/>
    <p:sldLayoutId id="2147483670" r:id="rId7"/>
    <p:sldLayoutId id="2147483651" r:id="rId8"/>
    <p:sldLayoutId id="2147483652" r:id="rId9"/>
    <p:sldLayoutId id="2147483662" r:id="rId10"/>
    <p:sldLayoutId id="2147483653" r:id="rId11"/>
    <p:sldLayoutId id="2147483654" r:id="rId12"/>
    <p:sldLayoutId id="2147483667" r:id="rId13"/>
    <p:sldLayoutId id="2147483661" r:id="rId14"/>
    <p:sldLayoutId id="2147483660" r:id="rId15"/>
    <p:sldLayoutId id="2147483656" r:id="rId16"/>
    <p:sldLayoutId id="2147483659" r:id="rId17"/>
    <p:sldLayoutId id="2147483663" r:id="rId18"/>
    <p:sldLayoutId id="2147483664" r:id="rId19"/>
    <p:sldLayoutId id="2147483666" r:id="rId20"/>
    <p:sldLayoutId id="2147483657" r:id="rId21"/>
    <p:sldLayoutId id="2147483658" r:id="rId22"/>
  </p:sldLayoutIdLst>
  <p:timing>
    <p:tnLst>
      <p:par>
        <p:cTn id="1" dur="indefinite" restart="never" nodeType="tmRoot"/>
      </p:par>
    </p:tnLst>
  </p:timing>
  <p:txStyles>
    <p:titleStyle>
      <a:lvl1pPr algn="l" defTabSz="914400" rtl="0" eaLnBrk="1" latinLnBrk="0" hangingPunct="1">
        <a:spcBef>
          <a:spcPct val="0"/>
        </a:spcBef>
        <a:buNone/>
        <a:defRPr sz="18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0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5" Type="http://schemas.openxmlformats.org/officeDocument/2006/relationships/hyperlink" Target="http://getbem.com/naming/" TargetMode="External"/><Relationship Id="rId4" Type="http://schemas.openxmlformats.org/officeDocument/2006/relationships/hyperlink" Target="https://twitter.com/paulmsmith"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 Id="rId4" Type="http://schemas.openxmlformats.org/officeDocument/2006/relationships/hyperlink" Target="https://angular.io/api/core/Directive#host"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p:cNvSpPr>
            <a:spLocks noGrp="1"/>
          </p:cNvSpPr>
          <p:nvPr>
            <p:ph type="title"/>
          </p:nvPr>
        </p:nvSpPr>
        <p:spPr>
          <a:xfrm>
            <a:off x="457200" y="205979"/>
            <a:ext cx="8219256" cy="612887"/>
          </a:xfrm>
        </p:spPr>
        <p:txBody>
          <a:bodyPr>
            <a:normAutofit/>
          </a:bodyPr>
          <a:lstStyle/>
          <a:p>
            <a:pPr algn="ctr"/>
            <a:r>
              <a:rPr lang="en-US" b="1" dirty="0" smtClean="0"/>
              <a:t>BEM &amp; SMACSS</a:t>
            </a:r>
            <a:r>
              <a:rPr lang="en-US" b="1" dirty="0"/>
              <a:t> </a:t>
            </a:r>
          </a:p>
        </p:txBody>
      </p:sp>
      <p:sp>
        <p:nvSpPr>
          <p:cNvPr id="38"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39"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40" name="Slide Number Placeholder 39"/>
          <p:cNvSpPr>
            <a:spLocks noGrp="1"/>
          </p:cNvSpPr>
          <p:nvPr>
            <p:ph type="sldNum" sz="quarter" idx="16"/>
          </p:nvPr>
        </p:nvSpPr>
        <p:spPr/>
        <p:txBody>
          <a:bodyPr/>
          <a:lstStyle/>
          <a:p>
            <a:fld id="{5A12E19C-F0D7-470F-8E3A-FEF858791E3B}" type="slidenum">
              <a:rPr lang="uk-UA" smtClean="0"/>
              <a:pPr/>
              <a:t>1</a:t>
            </a:fld>
            <a:endParaRPr lang="uk-UA"/>
          </a:p>
        </p:txBody>
      </p:sp>
      <p:pic>
        <p:nvPicPr>
          <p:cNvPr id="3" name="Picture Placeholder 2"/>
          <p:cNvPicPr>
            <a:picLocks noGrp="1" noChangeAspect="1"/>
          </p:cNvPicPr>
          <p:nvPr>
            <p:ph type="pic" sz="quarter" idx="18"/>
          </p:nvPr>
        </p:nvPicPr>
        <p:blipFill rotWithShape="1">
          <a:blip r:embed="rId3">
            <a:extLst>
              <a:ext uri="{28A0092B-C50C-407E-A947-70E740481C1C}">
                <a14:useLocalDpi xmlns:a14="http://schemas.microsoft.com/office/drawing/2010/main" val="0"/>
              </a:ext>
            </a:extLst>
          </a:blip>
          <a:srcRect t="-124" b="-169"/>
          <a:stretch/>
        </p:blipFill>
        <p:spPr>
          <a:xfrm>
            <a:off x="1187624" y="1059582"/>
            <a:ext cx="2879551" cy="2889250"/>
          </a:xfrm>
        </p:spPr>
      </p:pic>
      <p:sp>
        <p:nvSpPr>
          <p:cNvPr id="4" name="Rectangle 3"/>
          <p:cNvSpPr/>
          <p:nvPr/>
        </p:nvSpPr>
        <p:spPr>
          <a:xfrm>
            <a:off x="4404196" y="1419622"/>
            <a:ext cx="4572000" cy="923330"/>
          </a:xfrm>
          <a:prstGeom prst="rect">
            <a:avLst/>
          </a:prstGeom>
        </p:spPr>
        <p:txBody>
          <a:bodyPr>
            <a:spAutoFit/>
          </a:bodyPr>
          <a:lstStyle/>
          <a:p>
            <a:r>
              <a:rPr lang="en-US" b="1" dirty="0"/>
              <a:t>“SMACSS is becoming one of the most useful contributions to front-end discussions in years</a:t>
            </a:r>
            <a:r>
              <a:rPr lang="en-US" b="1" dirty="0" smtClean="0"/>
              <a:t>” - </a:t>
            </a:r>
            <a:r>
              <a:rPr lang="en-US" b="1" dirty="0">
                <a:hlinkClick r:id="rId4"/>
              </a:rPr>
              <a:t>Paul </a:t>
            </a:r>
            <a:r>
              <a:rPr lang="en-US" b="1" dirty="0" smtClean="0">
                <a:hlinkClick r:id="rId4"/>
              </a:rPr>
              <a:t>Smith</a:t>
            </a:r>
            <a:endParaRPr lang="en-US" b="1" dirty="0"/>
          </a:p>
        </p:txBody>
      </p:sp>
      <p:sp>
        <p:nvSpPr>
          <p:cNvPr id="5" name="Rectangle 4"/>
          <p:cNvSpPr/>
          <p:nvPr/>
        </p:nvSpPr>
        <p:spPr>
          <a:xfrm>
            <a:off x="4386932" y="2643758"/>
            <a:ext cx="4572000" cy="923330"/>
          </a:xfrm>
          <a:prstGeom prst="rect">
            <a:avLst/>
          </a:prstGeom>
        </p:spPr>
        <p:txBody>
          <a:bodyPr>
            <a:spAutoFit/>
          </a:bodyPr>
          <a:lstStyle/>
          <a:p>
            <a:r>
              <a:rPr lang="en-US" dirty="0">
                <a:hlinkClick r:id="rId5"/>
              </a:rPr>
              <a:t>BEM</a:t>
            </a:r>
            <a:r>
              <a:rPr lang="en-US" dirty="0"/>
              <a:t> (Block Element Modifier) is a popular CSS class naming convention that makes CSS easier to maintain</a:t>
            </a:r>
            <a:r>
              <a:rPr lang="en-US" dirty="0" smtClean="0"/>
              <a:t>.</a:t>
            </a:r>
            <a:endParaRPr lang="he-IL" dirty="0"/>
          </a:p>
        </p:txBody>
      </p:sp>
    </p:spTree>
    <p:extLst>
      <p:ext uri="{BB962C8B-B14F-4D97-AF65-F5344CB8AC3E}">
        <p14:creationId xmlns:p14="http://schemas.microsoft.com/office/powerpoint/2010/main" val="40393601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2</a:t>
            </a:fld>
            <a:endParaRPr lang="uk-UA"/>
          </a:p>
        </p:txBody>
      </p:sp>
      <p:sp>
        <p:nvSpPr>
          <p:cNvPr id="27" name="Rectangle 26"/>
          <p:cNvSpPr/>
          <p:nvPr/>
        </p:nvSpPr>
        <p:spPr>
          <a:xfrm>
            <a:off x="504309" y="1491630"/>
            <a:ext cx="7128093" cy="1200329"/>
          </a:xfrm>
          <a:prstGeom prst="rect">
            <a:avLst/>
          </a:prstGeom>
        </p:spPr>
        <p:txBody>
          <a:bodyPr wrap="square">
            <a:spAutoFit/>
          </a:bodyPr>
          <a:lstStyle/>
          <a:p>
            <a:r>
              <a:rPr lang="en-US" sz="1200" dirty="0"/>
              <a:t>SMACSS (pronounced “smacks”) is more style guide than rigid</a:t>
            </a:r>
          </a:p>
          <a:p>
            <a:r>
              <a:rPr lang="en-US" sz="1200" dirty="0"/>
              <a:t>framework. There is no library within here for you to download or</a:t>
            </a:r>
          </a:p>
          <a:p>
            <a:r>
              <a:rPr lang="en-US" sz="1200" dirty="0"/>
              <a:t>install. SMACSS is a way to examine your design process and as a</a:t>
            </a:r>
          </a:p>
          <a:p>
            <a:r>
              <a:rPr lang="en-US" sz="1200" dirty="0"/>
              <a:t>way to fit those rigid frameworks into a flexible thought process. It</a:t>
            </a:r>
          </a:p>
          <a:p>
            <a:r>
              <a:rPr lang="en-US" sz="1200" dirty="0"/>
              <a:t>is an attempt to document a consistent approach to site development</a:t>
            </a:r>
          </a:p>
          <a:p>
            <a:r>
              <a:rPr lang="en-US" sz="1200" dirty="0"/>
              <a:t>when using CSS. </a:t>
            </a:r>
            <a:endParaRPr lang="en-US" sz="1200" dirty="0" smtClean="0"/>
          </a:p>
        </p:txBody>
      </p:sp>
      <p:sp>
        <p:nvSpPr>
          <p:cNvPr id="51" name="Text Placeholder 13"/>
          <p:cNvSpPr txBox="1">
            <a:spLocks/>
          </p:cNvSpPr>
          <p:nvPr/>
        </p:nvSpPr>
        <p:spPr>
          <a:xfrm>
            <a:off x="558155" y="844823"/>
            <a:ext cx="3166884" cy="358775"/>
          </a:xfrm>
          <a:prstGeom prst="rect">
            <a:avLst/>
          </a:prstGeom>
        </p:spPr>
        <p:txBody>
          <a:bodyPr/>
          <a:lstStyle>
            <a:lvl1pPr marL="342900" indent="-3429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0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800" dirty="0" err="1" smtClean="0">
                <a:solidFill>
                  <a:schemeClr val="tx2"/>
                </a:solidFill>
                <a:latin typeface="+mj-lt"/>
              </a:rPr>
              <a:t>Smacss</a:t>
            </a:r>
            <a:endParaRPr lang="uk-UA" sz="2800" dirty="0">
              <a:solidFill>
                <a:schemeClr val="tx2"/>
              </a:solidFill>
              <a:latin typeface="+mj-lt"/>
            </a:endParaRPr>
          </a:p>
        </p:txBody>
      </p:sp>
      <p:grpSp>
        <p:nvGrpSpPr>
          <p:cNvPr id="52" name="Group 51"/>
          <p:cNvGrpSpPr/>
          <p:nvPr/>
        </p:nvGrpSpPr>
        <p:grpSpPr>
          <a:xfrm>
            <a:off x="597799" y="1326838"/>
            <a:ext cx="3095576" cy="45719"/>
            <a:chOff x="5364088" y="2016000"/>
            <a:chExt cx="3168352" cy="41101"/>
          </a:xfrm>
        </p:grpSpPr>
        <p:cxnSp>
          <p:nvCxnSpPr>
            <p:cNvPr id="53" name="Straight Connector 52"/>
            <p:cNvCxnSpPr/>
            <p:nvPr/>
          </p:nvCxnSpPr>
          <p:spPr>
            <a:xfrm>
              <a:off x="5364088" y="2016000"/>
              <a:ext cx="3168352" cy="0"/>
            </a:xfrm>
            <a:prstGeom prst="line">
              <a:avLst/>
            </a:prstGeom>
            <a:ln w="3175" cmpd="sng">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364088" y="2057101"/>
              <a:ext cx="3168352" cy="0"/>
            </a:xfrm>
            <a:prstGeom prst="line">
              <a:avLst/>
            </a:prstGeom>
            <a:ln w="3175" cmpd="sng">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55" name="Title 34"/>
          <p:cNvSpPr>
            <a:spLocks noGrp="1"/>
          </p:cNvSpPr>
          <p:nvPr>
            <p:ph type="title"/>
          </p:nvPr>
        </p:nvSpPr>
        <p:spPr>
          <a:xfrm>
            <a:off x="457200" y="205979"/>
            <a:ext cx="8363272" cy="612887"/>
          </a:xfrm>
        </p:spPr>
        <p:txBody>
          <a:bodyPr>
            <a:normAutofit/>
          </a:bodyPr>
          <a:lstStyle/>
          <a:p>
            <a:pPr algn="ctr"/>
            <a:r>
              <a:rPr lang="en-US" b="1" dirty="0" smtClean="0"/>
              <a:t>SMACSS</a:t>
            </a:r>
            <a:r>
              <a:rPr lang="en-US" b="1" dirty="0"/>
              <a:t> </a:t>
            </a:r>
            <a:endParaRPr lang="uk-UA" b="1" dirty="0">
              <a:latin typeface="+mn-lt"/>
              <a:cs typeface="+mn-cs"/>
            </a:endParaRPr>
          </a:p>
        </p:txBody>
      </p:sp>
      <p:sp>
        <p:nvSpPr>
          <p:cNvPr id="56"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57"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Tree>
    <p:extLst>
      <p:ext uri="{BB962C8B-B14F-4D97-AF65-F5344CB8AC3E}">
        <p14:creationId xmlns:p14="http://schemas.microsoft.com/office/powerpoint/2010/main" val="22338049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3</a:t>
            </a:fld>
            <a:endParaRPr lang="uk-UA"/>
          </a:p>
        </p:txBody>
      </p:sp>
      <p:sp>
        <p:nvSpPr>
          <p:cNvPr id="26"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7"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15" name="Rectangle 14"/>
          <p:cNvSpPr/>
          <p:nvPr/>
        </p:nvSpPr>
        <p:spPr>
          <a:xfrm>
            <a:off x="539552" y="1195194"/>
            <a:ext cx="3960440" cy="369332"/>
          </a:xfrm>
          <a:prstGeom prst="rect">
            <a:avLst/>
          </a:prstGeom>
        </p:spPr>
        <p:txBody>
          <a:bodyPr wrap="square">
            <a:spAutoFit/>
          </a:bodyPr>
          <a:lstStyle/>
          <a:p>
            <a:r>
              <a:rPr lang="en-US" b="1" dirty="0"/>
              <a:t>Avoid element selectors</a:t>
            </a:r>
            <a:endParaRPr lang="en-US" dirty="0"/>
          </a:p>
        </p:txBody>
      </p:sp>
      <p:sp>
        <p:nvSpPr>
          <p:cNvPr id="16" name="Freeform 491"/>
          <p:cNvSpPr>
            <a:spLocks/>
          </p:cNvSpPr>
          <p:nvPr/>
        </p:nvSpPr>
        <p:spPr bwMode="auto">
          <a:xfrm>
            <a:off x="307888" y="1301361"/>
            <a:ext cx="159656" cy="156998"/>
          </a:xfrm>
          <a:custGeom>
            <a:avLst/>
            <a:gdLst>
              <a:gd name="T0" fmla="*/ 30 w 60"/>
              <a:gd name="T1" fmla="*/ 0 h 59"/>
              <a:gd name="T2" fmla="*/ 38 w 60"/>
              <a:gd name="T3" fmla="*/ 23 h 59"/>
              <a:gd name="T4" fmla="*/ 60 w 60"/>
              <a:gd name="T5" fmla="*/ 23 h 59"/>
              <a:gd name="T6" fmla="*/ 42 w 60"/>
              <a:gd name="T7" fmla="*/ 36 h 59"/>
              <a:gd name="T8" fmla="*/ 48 w 60"/>
              <a:gd name="T9" fmla="*/ 59 h 59"/>
              <a:gd name="T10" fmla="*/ 30 w 60"/>
              <a:gd name="T11" fmla="*/ 45 h 59"/>
              <a:gd name="T12" fmla="*/ 12 w 60"/>
              <a:gd name="T13" fmla="*/ 59 h 59"/>
              <a:gd name="T14" fmla="*/ 18 w 60"/>
              <a:gd name="T15" fmla="*/ 36 h 59"/>
              <a:gd name="T16" fmla="*/ 0 w 60"/>
              <a:gd name="T17" fmla="*/ 23 h 59"/>
              <a:gd name="T18" fmla="*/ 22 w 60"/>
              <a:gd name="T19" fmla="*/ 23 h 59"/>
              <a:gd name="T20" fmla="*/ 30 w 60"/>
              <a:gd name="T2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9">
                <a:moveTo>
                  <a:pt x="30" y="0"/>
                </a:moveTo>
                <a:lnTo>
                  <a:pt x="38" y="23"/>
                </a:lnTo>
                <a:lnTo>
                  <a:pt x="60" y="23"/>
                </a:lnTo>
                <a:lnTo>
                  <a:pt x="42" y="36"/>
                </a:lnTo>
                <a:lnTo>
                  <a:pt x="48" y="59"/>
                </a:lnTo>
                <a:lnTo>
                  <a:pt x="30" y="45"/>
                </a:lnTo>
                <a:lnTo>
                  <a:pt x="12" y="59"/>
                </a:lnTo>
                <a:lnTo>
                  <a:pt x="18" y="36"/>
                </a:lnTo>
                <a:lnTo>
                  <a:pt x="0" y="23"/>
                </a:lnTo>
                <a:lnTo>
                  <a:pt x="22" y="23"/>
                </a:lnTo>
                <a:lnTo>
                  <a:pt x="30"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uk-UA">
              <a:solidFill>
                <a:schemeClr val="tx2"/>
              </a:solidFill>
            </a:endParaRPr>
          </a:p>
        </p:txBody>
      </p:sp>
      <p:sp>
        <p:nvSpPr>
          <p:cNvPr id="7" name="TextBox 6"/>
          <p:cNvSpPr txBox="1"/>
          <p:nvPr/>
        </p:nvSpPr>
        <p:spPr>
          <a:xfrm>
            <a:off x="5004048" y="987574"/>
            <a:ext cx="3960440" cy="369332"/>
          </a:xfrm>
          <a:prstGeom prst="rect">
            <a:avLst/>
          </a:prstGeom>
          <a:noFill/>
        </p:spPr>
        <p:txBody>
          <a:bodyPr wrap="square" rtlCol="1">
            <a:spAutoFit/>
          </a:bodyPr>
          <a:lstStyle/>
          <a:p>
            <a:endParaRPr lang="he-IL" dirty="0"/>
          </a:p>
        </p:txBody>
      </p:sp>
      <p:sp>
        <p:nvSpPr>
          <p:cNvPr id="21" name="Rectangle 20"/>
          <p:cNvSpPr/>
          <p:nvPr/>
        </p:nvSpPr>
        <p:spPr>
          <a:xfrm>
            <a:off x="504309" y="1491630"/>
            <a:ext cx="4134527" cy="861774"/>
          </a:xfrm>
          <a:prstGeom prst="rect">
            <a:avLst/>
          </a:prstGeom>
        </p:spPr>
        <p:txBody>
          <a:bodyPr wrap="square">
            <a:spAutoFit/>
          </a:bodyPr>
          <a:lstStyle/>
          <a:p>
            <a:r>
              <a:rPr lang="en-US" sz="1000" dirty="0"/>
              <a:t>Use child or descendant selectors with element selectors if the element</a:t>
            </a:r>
          </a:p>
          <a:p>
            <a:r>
              <a:rPr lang="en-US" sz="1000" dirty="0"/>
              <a:t>selectors will and can be predictable. Using .module span is</a:t>
            </a:r>
          </a:p>
          <a:p>
            <a:r>
              <a:rPr lang="en-US" sz="1000" dirty="0"/>
              <a:t>great if a span will predictably be used and styled the same way</a:t>
            </a:r>
          </a:p>
          <a:p>
            <a:r>
              <a:rPr lang="en-US" sz="1000" dirty="0"/>
              <a:t>every time while within that module.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895" y="2992912"/>
            <a:ext cx="4267200" cy="127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21"/>
          <p:cNvSpPr/>
          <p:nvPr/>
        </p:nvSpPr>
        <p:spPr>
          <a:xfrm>
            <a:off x="467544" y="2571750"/>
            <a:ext cx="3960440" cy="369332"/>
          </a:xfrm>
          <a:prstGeom prst="rect">
            <a:avLst/>
          </a:prstGeom>
        </p:spPr>
        <p:txBody>
          <a:bodyPr wrap="square">
            <a:spAutoFit/>
          </a:bodyPr>
          <a:lstStyle/>
          <a:p>
            <a:r>
              <a:rPr lang="en-US" b="1" dirty="0" smtClean="0"/>
              <a:t>Example:</a:t>
            </a:r>
            <a:endParaRPr lang="en-US" dirty="0"/>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0319" y="1002309"/>
            <a:ext cx="4394169" cy="344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SMACSS </a:t>
            </a:r>
            <a:endParaRPr lang="uk-UA" b="1" dirty="0">
              <a:latin typeface="+mn-lt"/>
              <a:cs typeface="+mn-cs"/>
            </a:endParaRPr>
          </a:p>
        </p:txBody>
      </p:sp>
    </p:spTree>
    <p:extLst>
      <p:ext uri="{BB962C8B-B14F-4D97-AF65-F5344CB8AC3E}">
        <p14:creationId xmlns:p14="http://schemas.microsoft.com/office/powerpoint/2010/main" val="24556028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4</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10"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SMACSS </a:t>
            </a:r>
            <a:endParaRPr lang="uk-UA" b="1" dirty="0">
              <a:latin typeface="+mn-lt"/>
              <a:cs typeface="+mn-cs"/>
            </a:endParaRPr>
          </a:p>
        </p:txBody>
      </p:sp>
      <p:sp>
        <p:nvSpPr>
          <p:cNvPr id="11" name="Rectangle 10"/>
          <p:cNvSpPr/>
          <p:nvPr/>
        </p:nvSpPr>
        <p:spPr>
          <a:xfrm>
            <a:off x="539552" y="1195194"/>
            <a:ext cx="5904656" cy="369332"/>
          </a:xfrm>
          <a:prstGeom prst="rect">
            <a:avLst/>
          </a:prstGeom>
        </p:spPr>
        <p:txBody>
          <a:bodyPr wrap="square">
            <a:spAutoFit/>
          </a:bodyPr>
          <a:lstStyle/>
          <a:p>
            <a:r>
              <a:rPr lang="en-US" b="1" dirty="0"/>
              <a:t>separate </a:t>
            </a:r>
            <a:r>
              <a:rPr lang="en-US" b="1" dirty="0" err="1"/>
              <a:t>s</a:t>
            </a:r>
            <a:r>
              <a:rPr lang="en-US" b="1" dirty="0" err="1" smtClean="0"/>
              <a:t>css</a:t>
            </a:r>
            <a:r>
              <a:rPr lang="en-US" b="1" dirty="0" smtClean="0"/>
              <a:t> </a:t>
            </a:r>
            <a:r>
              <a:rPr lang="en-US" b="1" dirty="0"/>
              <a:t>files for colors, fonts and architect</a:t>
            </a:r>
            <a:endParaRPr lang="en-US" dirty="0"/>
          </a:p>
        </p:txBody>
      </p:sp>
      <p:sp>
        <p:nvSpPr>
          <p:cNvPr id="12" name="Freeform 491"/>
          <p:cNvSpPr>
            <a:spLocks/>
          </p:cNvSpPr>
          <p:nvPr/>
        </p:nvSpPr>
        <p:spPr bwMode="auto">
          <a:xfrm>
            <a:off x="307888" y="1301361"/>
            <a:ext cx="159656" cy="156998"/>
          </a:xfrm>
          <a:custGeom>
            <a:avLst/>
            <a:gdLst>
              <a:gd name="T0" fmla="*/ 30 w 60"/>
              <a:gd name="T1" fmla="*/ 0 h 59"/>
              <a:gd name="T2" fmla="*/ 38 w 60"/>
              <a:gd name="T3" fmla="*/ 23 h 59"/>
              <a:gd name="T4" fmla="*/ 60 w 60"/>
              <a:gd name="T5" fmla="*/ 23 h 59"/>
              <a:gd name="T6" fmla="*/ 42 w 60"/>
              <a:gd name="T7" fmla="*/ 36 h 59"/>
              <a:gd name="T8" fmla="*/ 48 w 60"/>
              <a:gd name="T9" fmla="*/ 59 h 59"/>
              <a:gd name="T10" fmla="*/ 30 w 60"/>
              <a:gd name="T11" fmla="*/ 45 h 59"/>
              <a:gd name="T12" fmla="*/ 12 w 60"/>
              <a:gd name="T13" fmla="*/ 59 h 59"/>
              <a:gd name="T14" fmla="*/ 18 w 60"/>
              <a:gd name="T15" fmla="*/ 36 h 59"/>
              <a:gd name="T16" fmla="*/ 0 w 60"/>
              <a:gd name="T17" fmla="*/ 23 h 59"/>
              <a:gd name="T18" fmla="*/ 22 w 60"/>
              <a:gd name="T19" fmla="*/ 23 h 59"/>
              <a:gd name="T20" fmla="*/ 30 w 60"/>
              <a:gd name="T21"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0" h="59">
                <a:moveTo>
                  <a:pt x="30" y="0"/>
                </a:moveTo>
                <a:lnTo>
                  <a:pt x="38" y="23"/>
                </a:lnTo>
                <a:lnTo>
                  <a:pt x="60" y="23"/>
                </a:lnTo>
                <a:lnTo>
                  <a:pt x="42" y="36"/>
                </a:lnTo>
                <a:lnTo>
                  <a:pt x="48" y="59"/>
                </a:lnTo>
                <a:lnTo>
                  <a:pt x="30" y="45"/>
                </a:lnTo>
                <a:lnTo>
                  <a:pt x="12" y="59"/>
                </a:lnTo>
                <a:lnTo>
                  <a:pt x="18" y="36"/>
                </a:lnTo>
                <a:lnTo>
                  <a:pt x="0" y="23"/>
                </a:lnTo>
                <a:lnTo>
                  <a:pt x="22" y="23"/>
                </a:lnTo>
                <a:lnTo>
                  <a:pt x="30"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uk-UA">
              <a:solidFill>
                <a:schemeClr val="tx2"/>
              </a:solidFill>
            </a:endParaRPr>
          </a:p>
        </p:txBody>
      </p:sp>
      <p:sp>
        <p:nvSpPr>
          <p:cNvPr id="15" name="Rectangle 14"/>
          <p:cNvSpPr/>
          <p:nvPr/>
        </p:nvSpPr>
        <p:spPr>
          <a:xfrm>
            <a:off x="504309" y="1491630"/>
            <a:ext cx="4134527" cy="553998"/>
          </a:xfrm>
          <a:prstGeom prst="rect">
            <a:avLst/>
          </a:prstGeom>
        </p:spPr>
        <p:txBody>
          <a:bodyPr wrap="square">
            <a:spAutoFit/>
          </a:bodyPr>
          <a:lstStyle/>
          <a:p>
            <a:r>
              <a:rPr lang="en-US" sz="1000" dirty="0" smtClean="0"/>
              <a:t>Very helpful when you building big enterprise app with a lots of functionality like color themes control and fonts change in the settings of our app</a:t>
            </a:r>
            <a:endParaRPr lang="en-US" sz="10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3" y="2055753"/>
            <a:ext cx="4248471" cy="25930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5144814" y="1568735"/>
            <a:ext cx="3654152" cy="3231654"/>
          </a:xfrm>
          <a:prstGeom prst="rect">
            <a:avLst/>
          </a:prstGeom>
        </p:spPr>
        <p:txBody>
          <a:bodyPr wrap="square">
            <a:spAutoFit/>
          </a:bodyPr>
          <a:lstStyle/>
          <a:p>
            <a:r>
              <a:rPr lang="en-US" sz="1400" b="1" dirty="0"/>
              <a:t>:</a:t>
            </a:r>
            <a:r>
              <a:rPr lang="en-US" sz="1400" b="1" dirty="0" smtClean="0"/>
              <a:t>host-context()</a:t>
            </a:r>
          </a:p>
          <a:p>
            <a:endParaRPr lang="en-US" sz="1400" b="1" dirty="0"/>
          </a:p>
          <a:p>
            <a:r>
              <a:rPr lang="en-US" sz="1100" dirty="0"/>
              <a:t>Sometimes it's useful to apply styles based on some condition </a:t>
            </a:r>
            <a:r>
              <a:rPr lang="en-US" sz="1100" i="1" dirty="0"/>
              <a:t>outside</a:t>
            </a:r>
            <a:r>
              <a:rPr lang="en-US" sz="1100" dirty="0"/>
              <a:t> of a component's view. For example, a CSS theme class could be applied to the document &lt;body&gt; element, and you want to change how your component looks based on that</a:t>
            </a:r>
            <a:r>
              <a:rPr lang="en-US" sz="1100" dirty="0" smtClean="0"/>
              <a:t>.</a:t>
            </a:r>
          </a:p>
          <a:p>
            <a:endParaRPr lang="en-US" sz="1100" dirty="0"/>
          </a:p>
          <a:p>
            <a:r>
              <a:rPr lang="en-US" sz="1100" dirty="0"/>
              <a:t>Use the :host-context() pseudo-class selector, which works just like the function form of :</a:t>
            </a:r>
            <a:r>
              <a:rPr lang="en-US" sz="1100" dirty="0">
                <a:hlinkClick r:id="rId4"/>
              </a:rPr>
              <a:t>host</a:t>
            </a:r>
            <a:r>
              <a:rPr lang="en-US" sz="1100" dirty="0"/>
              <a:t>(). The :host-context() selector looks for a CSS class in any ancestor of the component host element, up to the document root. The :host-context() selector is useful when combined with another selector</a:t>
            </a:r>
            <a:r>
              <a:rPr lang="en-US" sz="1100" dirty="0" smtClean="0"/>
              <a:t>.</a:t>
            </a:r>
          </a:p>
          <a:p>
            <a:endParaRPr lang="en-US" sz="1100" dirty="0"/>
          </a:p>
          <a:p>
            <a:r>
              <a:rPr lang="en-US" sz="1100" dirty="0"/>
              <a:t>The following example applies a background-color style to all &lt;h2&gt; elements </a:t>
            </a:r>
            <a:r>
              <a:rPr lang="en-US" sz="1100" i="1" dirty="0"/>
              <a:t>inside</a:t>
            </a:r>
            <a:r>
              <a:rPr lang="en-US" sz="1100" dirty="0"/>
              <a:t> the component, only if some ancestor element has the CSS class theme-light</a:t>
            </a:r>
            <a:r>
              <a:rPr lang="en-US" sz="1100" dirty="0" smtClean="0"/>
              <a:t>.</a:t>
            </a:r>
            <a:endParaRPr lang="en-US" sz="1100" dirty="0"/>
          </a:p>
        </p:txBody>
      </p:sp>
    </p:spTree>
    <p:extLst>
      <p:ext uri="{BB962C8B-B14F-4D97-AF65-F5344CB8AC3E}">
        <p14:creationId xmlns:p14="http://schemas.microsoft.com/office/powerpoint/2010/main" val="23560987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5</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9"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BEM </a:t>
            </a:r>
            <a:endParaRPr lang="uk-UA" b="1" dirty="0">
              <a:latin typeface="+mn-lt"/>
              <a:cs typeface="+mn-cs"/>
            </a:endParaRPr>
          </a:p>
        </p:txBody>
      </p:sp>
      <p:sp>
        <p:nvSpPr>
          <p:cNvPr id="4" name="Rectangle 3"/>
          <p:cNvSpPr/>
          <p:nvPr/>
        </p:nvSpPr>
        <p:spPr>
          <a:xfrm>
            <a:off x="179512" y="1131590"/>
            <a:ext cx="3312368" cy="3528392"/>
          </a:xfrm>
          <a:prstGeom prst="rect">
            <a:avLst/>
          </a:prstGeom>
        </p:spPr>
        <p:txBody>
          <a:bodyPr wrap="square">
            <a:spAutoFit/>
          </a:bodyPr>
          <a:lstStyle/>
          <a:p>
            <a:r>
              <a:rPr lang="en-US" b="1" dirty="0">
                <a:solidFill>
                  <a:schemeClr val="accent1">
                    <a:lumMod val="60000"/>
                    <a:lumOff val="40000"/>
                  </a:schemeClr>
                </a:solidFill>
              </a:rPr>
              <a:t>Block</a:t>
            </a:r>
          </a:p>
          <a:p>
            <a:r>
              <a:rPr lang="en-US" dirty="0" smtClean="0"/>
              <a:t>Encapsulates a standalone entity that is meaningful on its own. While blocks can be nested and interact with each other, semantically they remain equal; there is no precedence or hierarchy. Holistic entities without DOM representation (such as controllers or models) can be blocks as well.</a:t>
            </a:r>
            <a:endParaRPr lang="en-US" dirty="0"/>
          </a:p>
        </p:txBody>
      </p:sp>
      <p:sp>
        <p:nvSpPr>
          <p:cNvPr id="5" name="Rectangle 4"/>
          <p:cNvSpPr/>
          <p:nvPr/>
        </p:nvSpPr>
        <p:spPr>
          <a:xfrm>
            <a:off x="3498478" y="1131590"/>
            <a:ext cx="2801714" cy="1754326"/>
          </a:xfrm>
          <a:prstGeom prst="rect">
            <a:avLst/>
          </a:prstGeom>
        </p:spPr>
        <p:txBody>
          <a:bodyPr wrap="square">
            <a:spAutoFit/>
          </a:bodyPr>
          <a:lstStyle/>
          <a:p>
            <a:r>
              <a:rPr lang="en-US" b="1" dirty="0">
                <a:solidFill>
                  <a:schemeClr val="accent2">
                    <a:lumMod val="60000"/>
                    <a:lumOff val="40000"/>
                  </a:schemeClr>
                </a:solidFill>
              </a:rPr>
              <a:t>Element</a:t>
            </a:r>
          </a:p>
          <a:p>
            <a:r>
              <a:rPr lang="en-US" dirty="0"/>
              <a:t>Parts of a block and have no standalone meaning. Any element is semantically tied to its block.</a:t>
            </a:r>
          </a:p>
        </p:txBody>
      </p:sp>
      <p:sp>
        <p:nvSpPr>
          <p:cNvPr id="6" name="Rectangle 5"/>
          <p:cNvSpPr/>
          <p:nvPr/>
        </p:nvSpPr>
        <p:spPr>
          <a:xfrm>
            <a:off x="6372200" y="1131590"/>
            <a:ext cx="2502024" cy="1477328"/>
          </a:xfrm>
          <a:prstGeom prst="rect">
            <a:avLst/>
          </a:prstGeom>
        </p:spPr>
        <p:txBody>
          <a:bodyPr wrap="square">
            <a:spAutoFit/>
          </a:bodyPr>
          <a:lstStyle/>
          <a:p>
            <a:r>
              <a:rPr lang="en-US" b="1" dirty="0">
                <a:solidFill>
                  <a:schemeClr val="accent3">
                    <a:lumMod val="60000"/>
                    <a:lumOff val="40000"/>
                  </a:schemeClr>
                </a:solidFill>
              </a:rPr>
              <a:t>Modifier</a:t>
            </a:r>
          </a:p>
          <a:p>
            <a:r>
              <a:rPr lang="en-US" dirty="0"/>
              <a:t>Flags on blocks or elements. Use them to change appearance, behavior or state.</a:t>
            </a:r>
          </a:p>
        </p:txBody>
      </p:sp>
    </p:spTree>
    <p:extLst>
      <p:ext uri="{BB962C8B-B14F-4D97-AF65-F5344CB8AC3E}">
        <p14:creationId xmlns:p14="http://schemas.microsoft.com/office/powerpoint/2010/main" val="35758398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6</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9"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BEM </a:t>
            </a:r>
            <a:endParaRPr lang="uk-UA" b="1" dirty="0">
              <a:latin typeface="+mn-lt"/>
              <a:cs typeface="+mn-cs"/>
            </a:endParaRPr>
          </a:p>
        </p:txBody>
      </p:sp>
      <p:sp>
        <p:nvSpPr>
          <p:cNvPr id="3" name="Rectangle 2"/>
          <p:cNvSpPr/>
          <p:nvPr/>
        </p:nvSpPr>
        <p:spPr>
          <a:xfrm>
            <a:off x="390364" y="1131590"/>
            <a:ext cx="8496944" cy="3108543"/>
          </a:xfrm>
          <a:prstGeom prst="rect">
            <a:avLst/>
          </a:prstGeom>
        </p:spPr>
        <p:txBody>
          <a:bodyPr wrap="square">
            <a:spAutoFit/>
          </a:bodyPr>
          <a:lstStyle/>
          <a:p>
            <a:r>
              <a:rPr lang="en-US" sz="1600" b="1" dirty="0">
                <a:solidFill>
                  <a:schemeClr val="accent1">
                    <a:lumMod val="60000"/>
                    <a:lumOff val="40000"/>
                  </a:schemeClr>
                </a:solidFill>
              </a:rPr>
              <a:t>Block</a:t>
            </a:r>
            <a:endParaRPr lang="en-US" sz="1200" dirty="0"/>
          </a:p>
          <a:p>
            <a:endParaRPr lang="en-US" sz="1200" dirty="0"/>
          </a:p>
          <a:p>
            <a:r>
              <a:rPr lang="en-US" sz="1200" dirty="0"/>
              <a:t>Naming</a:t>
            </a:r>
          </a:p>
          <a:p>
            <a:r>
              <a:rPr lang="en-US" sz="1200" dirty="0"/>
              <a:t>Block names may consist of Latin letters, digits, and dashes. To form a CSS class, add a short prefix for </a:t>
            </a:r>
            <a:r>
              <a:rPr lang="en-US" sz="1200" dirty="0" err="1"/>
              <a:t>namespacing</a:t>
            </a:r>
            <a:r>
              <a:rPr lang="en-US" sz="1200" dirty="0"/>
              <a:t>: .block</a:t>
            </a:r>
          </a:p>
          <a:p>
            <a:endParaRPr lang="en-US" sz="1200" dirty="0"/>
          </a:p>
          <a:p>
            <a:r>
              <a:rPr lang="en-US" sz="1200" dirty="0"/>
              <a:t>HTML</a:t>
            </a:r>
          </a:p>
          <a:p>
            <a:r>
              <a:rPr lang="en-US" sz="1200" dirty="0"/>
              <a:t>Any DOM node can be a block if it accepts a class name.</a:t>
            </a:r>
          </a:p>
          <a:p>
            <a:r>
              <a:rPr lang="en-US" sz="1200" dirty="0"/>
              <a:t>&lt;div class="block"&gt;...&lt;/div&gt;</a:t>
            </a:r>
          </a:p>
          <a:p>
            <a:endParaRPr lang="en-US" sz="1200" dirty="0"/>
          </a:p>
          <a:p>
            <a:r>
              <a:rPr lang="en-US" sz="1200" dirty="0"/>
              <a:t>CSS</a:t>
            </a:r>
          </a:p>
          <a:p>
            <a:r>
              <a:rPr lang="en-US" sz="1200" dirty="0"/>
              <a:t>Use class name selector only</a:t>
            </a:r>
          </a:p>
          <a:p>
            <a:r>
              <a:rPr lang="en-US" sz="1200" dirty="0"/>
              <a:t>No tag name or ids</a:t>
            </a:r>
          </a:p>
          <a:p>
            <a:r>
              <a:rPr lang="en-US" sz="1200" dirty="0"/>
              <a:t>No dependency on other blocks/elements on a </a:t>
            </a:r>
            <a:r>
              <a:rPr lang="en-US" sz="1200" dirty="0" smtClean="0"/>
              <a:t>page</a:t>
            </a:r>
          </a:p>
          <a:p>
            <a:endParaRPr lang="en-US" sz="1200" dirty="0"/>
          </a:p>
          <a:p>
            <a:r>
              <a:rPr lang="en-US" sz="1200" dirty="0"/>
              <a:t>.block { color: #042; }</a:t>
            </a:r>
          </a:p>
        </p:txBody>
      </p:sp>
    </p:spTree>
    <p:extLst>
      <p:ext uri="{BB962C8B-B14F-4D97-AF65-F5344CB8AC3E}">
        <p14:creationId xmlns:p14="http://schemas.microsoft.com/office/powerpoint/2010/main" val="27831454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7</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9"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BEM </a:t>
            </a:r>
            <a:endParaRPr lang="uk-UA" b="1" dirty="0">
              <a:latin typeface="+mn-lt"/>
              <a:cs typeface="+mn-cs"/>
            </a:endParaRPr>
          </a:p>
        </p:txBody>
      </p:sp>
      <p:sp>
        <p:nvSpPr>
          <p:cNvPr id="2" name="Rectangle 1"/>
          <p:cNvSpPr/>
          <p:nvPr/>
        </p:nvSpPr>
        <p:spPr>
          <a:xfrm>
            <a:off x="323528" y="1059582"/>
            <a:ext cx="4315308" cy="3062377"/>
          </a:xfrm>
          <a:prstGeom prst="rect">
            <a:avLst/>
          </a:prstGeom>
        </p:spPr>
        <p:txBody>
          <a:bodyPr wrap="square">
            <a:spAutoFit/>
          </a:bodyPr>
          <a:lstStyle/>
          <a:p>
            <a:r>
              <a:rPr lang="en-US" sz="1200" b="1" dirty="0" smtClean="0">
                <a:solidFill>
                  <a:schemeClr val="accent2">
                    <a:lumMod val="60000"/>
                    <a:lumOff val="40000"/>
                  </a:schemeClr>
                </a:solidFill>
              </a:rPr>
              <a:t>Element</a:t>
            </a:r>
          </a:p>
          <a:p>
            <a:endParaRPr lang="en-US" sz="1000" dirty="0"/>
          </a:p>
          <a:p>
            <a:r>
              <a:rPr lang="en-US" sz="1000" dirty="0"/>
              <a:t>Naming</a:t>
            </a:r>
          </a:p>
          <a:p>
            <a:r>
              <a:rPr lang="en-US" sz="1000" dirty="0"/>
              <a:t>Element names may consist of Latin letters, digits, dashes and underscores. CSS class is formed as block name plus two underscores plus element name: .block__</a:t>
            </a:r>
            <a:r>
              <a:rPr lang="en-US" sz="1000" dirty="0" err="1"/>
              <a:t>elem</a:t>
            </a:r>
            <a:endParaRPr lang="en-US" sz="1000" dirty="0"/>
          </a:p>
          <a:p>
            <a:endParaRPr lang="en-US" sz="1000" dirty="0" smtClean="0"/>
          </a:p>
          <a:p>
            <a:endParaRPr lang="en-US" sz="1000" dirty="0"/>
          </a:p>
          <a:p>
            <a:r>
              <a:rPr lang="en-US" sz="1100" b="1" dirty="0" smtClean="0"/>
              <a:t>HTML</a:t>
            </a:r>
          </a:p>
          <a:p>
            <a:endParaRPr lang="en-US" sz="1000" b="1" dirty="0"/>
          </a:p>
          <a:p>
            <a:r>
              <a:rPr lang="en-US" sz="1000" dirty="0"/>
              <a:t>Any DOM node within a block can be an element. Within a given block, all elements are semantically equal.</a:t>
            </a:r>
          </a:p>
          <a:p>
            <a:endParaRPr lang="en-US" sz="1000" dirty="0"/>
          </a:p>
          <a:p>
            <a:r>
              <a:rPr lang="en-US" sz="1000" dirty="0"/>
              <a:t>&lt;div class="block"&gt;</a:t>
            </a:r>
          </a:p>
          <a:p>
            <a:r>
              <a:rPr lang="en-US" sz="1000" dirty="0"/>
              <a:t>	  ...</a:t>
            </a:r>
          </a:p>
          <a:p>
            <a:r>
              <a:rPr lang="en-US" sz="1000" dirty="0"/>
              <a:t>	  &lt;span class="block__</a:t>
            </a:r>
            <a:r>
              <a:rPr lang="en-US" sz="1000" dirty="0" err="1"/>
              <a:t>elem</a:t>
            </a:r>
            <a:r>
              <a:rPr lang="en-US" sz="1000" dirty="0"/>
              <a:t>"&gt;&lt;/span&gt;</a:t>
            </a:r>
          </a:p>
          <a:p>
            <a:r>
              <a:rPr lang="en-US" sz="1000" dirty="0"/>
              <a:t>	&lt;/div</a:t>
            </a:r>
            <a:r>
              <a:rPr lang="en-US" sz="1000" dirty="0" smtClean="0"/>
              <a:t>&gt;</a:t>
            </a:r>
          </a:p>
          <a:p>
            <a:endParaRPr lang="en-US" sz="1000" dirty="0"/>
          </a:p>
          <a:p>
            <a:endParaRPr lang="en-US" sz="1000" dirty="0"/>
          </a:p>
        </p:txBody>
      </p:sp>
      <p:sp>
        <p:nvSpPr>
          <p:cNvPr id="3" name="Rectangle 2"/>
          <p:cNvSpPr/>
          <p:nvPr/>
        </p:nvSpPr>
        <p:spPr>
          <a:xfrm>
            <a:off x="4716016" y="1419622"/>
            <a:ext cx="4211960" cy="3139321"/>
          </a:xfrm>
          <a:prstGeom prst="rect">
            <a:avLst/>
          </a:prstGeom>
        </p:spPr>
        <p:txBody>
          <a:bodyPr wrap="square">
            <a:spAutoFit/>
          </a:bodyPr>
          <a:lstStyle/>
          <a:p>
            <a:r>
              <a:rPr lang="en-US" sz="1600" b="1" dirty="0" smtClean="0"/>
              <a:t>CSS</a:t>
            </a:r>
            <a:endParaRPr lang="en-US" sz="1400" b="1" dirty="0" smtClean="0"/>
          </a:p>
          <a:p>
            <a:endParaRPr lang="en-US" sz="1400" dirty="0"/>
          </a:p>
          <a:p>
            <a:r>
              <a:rPr lang="en-US" sz="1400" dirty="0"/>
              <a:t>Use class name selector only</a:t>
            </a:r>
          </a:p>
          <a:p>
            <a:r>
              <a:rPr lang="en-US" sz="1400" dirty="0"/>
              <a:t>No tag name or ids</a:t>
            </a:r>
          </a:p>
          <a:p>
            <a:r>
              <a:rPr lang="en-US" sz="1400" dirty="0"/>
              <a:t>No dependency on other blocks/elements on a </a:t>
            </a:r>
            <a:r>
              <a:rPr lang="en-US" sz="1400" dirty="0" smtClean="0"/>
              <a:t>page</a:t>
            </a:r>
          </a:p>
          <a:p>
            <a:endParaRPr lang="en-US" sz="1400" dirty="0"/>
          </a:p>
          <a:p>
            <a:r>
              <a:rPr lang="en-US" sz="1400" b="1" dirty="0"/>
              <a:t>Good</a:t>
            </a:r>
          </a:p>
          <a:p>
            <a:r>
              <a:rPr lang="en-US" sz="1400" dirty="0"/>
              <a:t>.block__</a:t>
            </a:r>
            <a:r>
              <a:rPr lang="en-US" sz="1400" dirty="0" err="1"/>
              <a:t>elem</a:t>
            </a:r>
            <a:r>
              <a:rPr lang="en-US" sz="1400" dirty="0"/>
              <a:t> { color: #042; </a:t>
            </a:r>
            <a:r>
              <a:rPr lang="en-US" sz="1400" dirty="0" smtClean="0"/>
              <a:t>}</a:t>
            </a:r>
          </a:p>
          <a:p>
            <a:endParaRPr lang="en-US" sz="1400" dirty="0"/>
          </a:p>
          <a:p>
            <a:endParaRPr lang="en-US" sz="1400" dirty="0"/>
          </a:p>
          <a:p>
            <a:r>
              <a:rPr lang="en-US" sz="1400" b="1" dirty="0"/>
              <a:t>Bad</a:t>
            </a:r>
          </a:p>
          <a:p>
            <a:r>
              <a:rPr lang="en-US" sz="1400" dirty="0"/>
              <a:t>.block .block__</a:t>
            </a:r>
            <a:r>
              <a:rPr lang="en-US" sz="1400" dirty="0" err="1"/>
              <a:t>elem</a:t>
            </a:r>
            <a:r>
              <a:rPr lang="en-US" sz="1400" dirty="0"/>
              <a:t> { color: #042; }</a:t>
            </a:r>
          </a:p>
          <a:p>
            <a:r>
              <a:rPr lang="en-US" sz="1400" dirty="0"/>
              <a:t>	div.block__</a:t>
            </a:r>
            <a:r>
              <a:rPr lang="en-US" sz="1400" dirty="0" err="1"/>
              <a:t>elem</a:t>
            </a:r>
            <a:r>
              <a:rPr lang="en-US" sz="1400" dirty="0"/>
              <a:t> { color: #042; }</a:t>
            </a:r>
            <a:endParaRPr lang="he-IL" sz="1400" dirty="0"/>
          </a:p>
        </p:txBody>
      </p:sp>
    </p:spTree>
    <p:extLst>
      <p:ext uri="{BB962C8B-B14F-4D97-AF65-F5344CB8AC3E}">
        <p14:creationId xmlns:p14="http://schemas.microsoft.com/office/powerpoint/2010/main" val="27831454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8</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9"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BEM </a:t>
            </a:r>
            <a:endParaRPr lang="uk-UA" b="1" dirty="0">
              <a:latin typeface="+mn-lt"/>
              <a:cs typeface="+mn-cs"/>
            </a:endParaRPr>
          </a:p>
        </p:txBody>
      </p:sp>
      <p:sp>
        <p:nvSpPr>
          <p:cNvPr id="2" name="Rectangle 1"/>
          <p:cNvSpPr/>
          <p:nvPr/>
        </p:nvSpPr>
        <p:spPr>
          <a:xfrm>
            <a:off x="237828" y="915566"/>
            <a:ext cx="4320480" cy="3785652"/>
          </a:xfrm>
          <a:prstGeom prst="rect">
            <a:avLst/>
          </a:prstGeom>
        </p:spPr>
        <p:txBody>
          <a:bodyPr wrap="square">
            <a:spAutoFit/>
          </a:bodyPr>
          <a:lstStyle/>
          <a:p>
            <a:r>
              <a:rPr lang="en-US" sz="1600" b="1" dirty="0">
                <a:solidFill>
                  <a:schemeClr val="accent3">
                    <a:lumMod val="60000"/>
                    <a:lumOff val="40000"/>
                  </a:schemeClr>
                </a:solidFill>
              </a:rPr>
              <a:t>Modifier</a:t>
            </a:r>
            <a:endParaRPr lang="en-US" sz="1050" dirty="0"/>
          </a:p>
          <a:p>
            <a:endParaRPr lang="en-US" sz="1050" dirty="0"/>
          </a:p>
          <a:p>
            <a:r>
              <a:rPr lang="en-US" sz="1050" dirty="0"/>
              <a:t>Naming</a:t>
            </a:r>
          </a:p>
          <a:p>
            <a:r>
              <a:rPr lang="en-US" sz="1050" dirty="0"/>
              <a:t>Modifier names may consist of Latin letters, digits, dashes and underscores. CSS class is formed as block’s or element’s name plus two dashes: .block--mod or .block__</a:t>
            </a:r>
            <a:r>
              <a:rPr lang="en-US" sz="1050" dirty="0" err="1"/>
              <a:t>elem</a:t>
            </a:r>
            <a:r>
              <a:rPr lang="en-US" sz="1050" dirty="0"/>
              <a:t>--mod and .block--color-black with .block--color-red. Spaces in complicated modifiers are replaced by dash.</a:t>
            </a:r>
          </a:p>
          <a:p>
            <a:endParaRPr lang="en-US" sz="1050" dirty="0" smtClean="0"/>
          </a:p>
          <a:p>
            <a:endParaRPr lang="en-US" sz="1050" dirty="0"/>
          </a:p>
          <a:p>
            <a:r>
              <a:rPr lang="en-US" sz="1200" b="1" dirty="0" smtClean="0"/>
              <a:t>HTML</a:t>
            </a:r>
          </a:p>
          <a:p>
            <a:endParaRPr lang="en-US" sz="1050" dirty="0"/>
          </a:p>
          <a:p>
            <a:r>
              <a:rPr lang="en-US" sz="1050" dirty="0"/>
              <a:t>Modifier is an extra class name which you add to a block/element DOM node. Add modifier classes only to blocks/elements they modify, and keep the original class:</a:t>
            </a:r>
          </a:p>
          <a:p>
            <a:endParaRPr lang="en-US" sz="1050" dirty="0"/>
          </a:p>
          <a:p>
            <a:r>
              <a:rPr lang="en-US" sz="1050" b="1" dirty="0"/>
              <a:t>Good</a:t>
            </a:r>
          </a:p>
          <a:p>
            <a:r>
              <a:rPr lang="en-US" sz="1050" dirty="0"/>
              <a:t>&lt;div class="block block--mod"&gt;...&lt;/div&gt;</a:t>
            </a:r>
          </a:p>
          <a:p>
            <a:r>
              <a:rPr lang="en-US" sz="1050" dirty="0"/>
              <a:t>	&lt;div class="block block--size-big</a:t>
            </a:r>
          </a:p>
          <a:p>
            <a:r>
              <a:rPr lang="en-US" sz="1050" dirty="0"/>
              <a:t>		block--shadow-yes"&gt;...&lt;/div&gt;</a:t>
            </a:r>
          </a:p>
          <a:p>
            <a:r>
              <a:rPr lang="en-US" sz="1050" b="1" dirty="0"/>
              <a:t>Bad</a:t>
            </a:r>
          </a:p>
          <a:p>
            <a:r>
              <a:rPr lang="en-US" sz="1050" dirty="0"/>
              <a:t>&lt;div class="block--mod"&gt;...&lt;/div</a:t>
            </a:r>
            <a:r>
              <a:rPr lang="en-US" sz="1050" dirty="0" smtClean="0"/>
              <a:t>&gt;</a:t>
            </a:r>
            <a:endParaRPr lang="en-US" sz="1050" dirty="0"/>
          </a:p>
        </p:txBody>
      </p:sp>
      <p:sp>
        <p:nvSpPr>
          <p:cNvPr id="3" name="Rectangle 2"/>
          <p:cNvSpPr/>
          <p:nvPr/>
        </p:nvSpPr>
        <p:spPr>
          <a:xfrm>
            <a:off x="4716016" y="1203598"/>
            <a:ext cx="4104456" cy="2139047"/>
          </a:xfrm>
          <a:prstGeom prst="rect">
            <a:avLst/>
          </a:prstGeom>
        </p:spPr>
        <p:txBody>
          <a:bodyPr wrap="square">
            <a:spAutoFit/>
          </a:bodyPr>
          <a:lstStyle/>
          <a:p>
            <a:r>
              <a:rPr lang="en-US" sz="1400" b="1" dirty="0" smtClean="0"/>
              <a:t>CSS</a:t>
            </a:r>
          </a:p>
          <a:p>
            <a:endParaRPr lang="en-US" sz="1400" dirty="0"/>
          </a:p>
          <a:p>
            <a:r>
              <a:rPr lang="en-US" sz="1050" dirty="0"/>
              <a:t>Use modifier class name as selector</a:t>
            </a:r>
            <a:r>
              <a:rPr lang="en-US" sz="1050" dirty="0" smtClean="0"/>
              <a:t>:</a:t>
            </a:r>
            <a:endParaRPr lang="en-US" sz="1050" dirty="0"/>
          </a:p>
          <a:p>
            <a:r>
              <a:rPr lang="en-US" sz="1050" dirty="0"/>
              <a:t>.block--hidden { </a:t>
            </a:r>
            <a:r>
              <a:rPr lang="en-US" sz="1050" dirty="0" smtClean="0"/>
              <a:t>}</a:t>
            </a:r>
          </a:p>
          <a:p>
            <a:endParaRPr lang="en-US" sz="1050" dirty="0" smtClean="0"/>
          </a:p>
          <a:p>
            <a:endParaRPr lang="en-US" sz="1050" dirty="0"/>
          </a:p>
          <a:p>
            <a:r>
              <a:rPr lang="en-US" sz="1050" dirty="0"/>
              <a:t>To alter elements based on a block-level modifier</a:t>
            </a:r>
            <a:r>
              <a:rPr lang="en-US" sz="1050" dirty="0" smtClean="0"/>
              <a:t>:</a:t>
            </a:r>
            <a:endParaRPr lang="en-US" sz="1050" dirty="0"/>
          </a:p>
          <a:p>
            <a:r>
              <a:rPr lang="en-US" sz="1050" dirty="0"/>
              <a:t>.block--mod .block__</a:t>
            </a:r>
            <a:r>
              <a:rPr lang="en-US" sz="1050" dirty="0" err="1"/>
              <a:t>elem</a:t>
            </a:r>
            <a:r>
              <a:rPr lang="en-US" sz="1050" dirty="0"/>
              <a:t> { </a:t>
            </a:r>
            <a:r>
              <a:rPr lang="en-US" sz="1050" dirty="0" smtClean="0"/>
              <a:t>}</a:t>
            </a:r>
          </a:p>
          <a:p>
            <a:endParaRPr lang="en-US" sz="1050" dirty="0" smtClean="0"/>
          </a:p>
          <a:p>
            <a:endParaRPr lang="en-US" sz="1050" dirty="0"/>
          </a:p>
          <a:p>
            <a:r>
              <a:rPr lang="en-US" sz="1050" dirty="0"/>
              <a:t>Element modifier</a:t>
            </a:r>
            <a:r>
              <a:rPr lang="en-US" sz="1050" dirty="0" smtClean="0"/>
              <a:t>:</a:t>
            </a:r>
            <a:endParaRPr lang="en-US" sz="1050" dirty="0"/>
          </a:p>
          <a:p>
            <a:r>
              <a:rPr lang="en-US" sz="1050" dirty="0"/>
              <a:t>.block__</a:t>
            </a:r>
            <a:r>
              <a:rPr lang="en-US" sz="1050" dirty="0" err="1"/>
              <a:t>elem</a:t>
            </a:r>
            <a:r>
              <a:rPr lang="en-US" sz="1050" dirty="0"/>
              <a:t>--mod { }</a:t>
            </a:r>
            <a:endParaRPr lang="he-IL" sz="1050" dirty="0"/>
          </a:p>
        </p:txBody>
      </p:sp>
    </p:spTree>
    <p:extLst>
      <p:ext uri="{BB962C8B-B14F-4D97-AF65-F5344CB8AC3E}">
        <p14:creationId xmlns:p14="http://schemas.microsoft.com/office/powerpoint/2010/main" val="278314542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9</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9"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BEM </a:t>
            </a:r>
            <a:endParaRPr lang="uk-UA" b="1" dirty="0">
              <a:latin typeface="+mn-lt"/>
              <a:cs typeface="+mn-cs"/>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1059582"/>
            <a:ext cx="2016820" cy="3539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355726"/>
            <a:ext cx="5580112" cy="7530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Rectangle 10"/>
          <p:cNvSpPr/>
          <p:nvPr/>
        </p:nvSpPr>
        <p:spPr>
          <a:xfrm>
            <a:off x="251520" y="1073676"/>
            <a:ext cx="2448272" cy="584775"/>
          </a:xfrm>
          <a:prstGeom prst="rect">
            <a:avLst/>
          </a:prstGeom>
        </p:spPr>
        <p:txBody>
          <a:bodyPr wrap="square">
            <a:spAutoFit/>
          </a:bodyPr>
          <a:lstStyle/>
          <a:p>
            <a:r>
              <a:rPr lang="en-US" sz="3200" b="1" dirty="0" smtClean="0"/>
              <a:t>Example :</a:t>
            </a:r>
            <a:endParaRPr lang="en-US" b="1" dirty="0"/>
          </a:p>
        </p:txBody>
      </p:sp>
    </p:spTree>
    <p:extLst>
      <p:ext uri="{BB962C8B-B14F-4D97-AF65-F5344CB8AC3E}">
        <p14:creationId xmlns:p14="http://schemas.microsoft.com/office/powerpoint/2010/main" val="40851110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p:cNvSpPr>
            <a:spLocks noGrp="1"/>
          </p:cNvSpPr>
          <p:nvPr>
            <p:ph type="sldNum" sz="quarter" idx="16"/>
          </p:nvPr>
        </p:nvSpPr>
        <p:spPr/>
        <p:txBody>
          <a:bodyPr/>
          <a:lstStyle/>
          <a:p>
            <a:fld id="{5A12E19C-F0D7-470F-8E3A-FEF858791E3B}" type="slidenum">
              <a:rPr lang="uk-UA" smtClean="0"/>
              <a:pPr/>
              <a:t>10</a:t>
            </a:fld>
            <a:endParaRPr lang="uk-UA"/>
          </a:p>
        </p:txBody>
      </p:sp>
      <p:sp>
        <p:nvSpPr>
          <p:cNvPr id="19" name="Date Placeholder 37"/>
          <p:cNvSpPr>
            <a:spLocks noGrp="1"/>
          </p:cNvSpPr>
          <p:nvPr>
            <p:ph type="dt" sz="half" idx="14"/>
          </p:nvPr>
        </p:nvSpPr>
        <p:spPr>
          <a:xfrm>
            <a:off x="457200" y="4767263"/>
            <a:ext cx="3178696" cy="273844"/>
          </a:xfrm>
        </p:spPr>
        <p:txBody>
          <a:bodyPr/>
          <a:lstStyle/>
          <a:p>
            <a:r>
              <a:rPr lang="en-US" b="1" dirty="0" smtClean="0">
                <a:solidFill>
                  <a:schemeClr val="accent3"/>
                </a:solidFill>
              </a:rPr>
              <a:t>UI</a:t>
            </a:r>
            <a:r>
              <a:rPr lang="en-US" dirty="0" smtClean="0"/>
              <a:t> - </a:t>
            </a:r>
            <a:r>
              <a:rPr lang="en-US" dirty="0"/>
              <a:t>User Interface Design &amp; User Experience Design</a:t>
            </a:r>
            <a:endParaRPr lang="uk-UA" dirty="0"/>
          </a:p>
        </p:txBody>
      </p:sp>
      <p:sp>
        <p:nvSpPr>
          <p:cNvPr id="26" name="Footer Placeholder 38"/>
          <p:cNvSpPr>
            <a:spLocks noGrp="1"/>
          </p:cNvSpPr>
          <p:nvPr>
            <p:ph type="ftr" sz="quarter" idx="15"/>
          </p:nvPr>
        </p:nvSpPr>
        <p:spPr>
          <a:xfrm>
            <a:off x="2987824" y="4767263"/>
            <a:ext cx="2895600" cy="273844"/>
          </a:xfrm>
        </p:spPr>
        <p:txBody>
          <a:bodyPr/>
          <a:lstStyle/>
          <a:p>
            <a:r>
              <a:rPr lang="en-US" dirty="0"/>
              <a:t>http://www.ui.co.il</a:t>
            </a:r>
            <a:endParaRPr lang="uk-UA" dirty="0"/>
          </a:p>
        </p:txBody>
      </p:sp>
      <p:sp>
        <p:nvSpPr>
          <p:cNvPr id="9" name="Title 34"/>
          <p:cNvSpPr txBox="1">
            <a:spLocks/>
          </p:cNvSpPr>
          <p:nvPr/>
        </p:nvSpPr>
        <p:spPr>
          <a:xfrm>
            <a:off x="457200" y="205979"/>
            <a:ext cx="8363272" cy="612887"/>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1800" kern="1200">
                <a:solidFill>
                  <a:schemeClr val="tx1"/>
                </a:solidFill>
                <a:latin typeface="+mj-lt"/>
                <a:ea typeface="+mj-ea"/>
                <a:cs typeface="+mj-cs"/>
              </a:defRPr>
            </a:lvl1pPr>
          </a:lstStyle>
          <a:p>
            <a:pPr algn="ctr"/>
            <a:r>
              <a:rPr lang="en-US" b="1" dirty="0" smtClean="0"/>
              <a:t>BEM </a:t>
            </a:r>
            <a:endParaRPr lang="uk-UA" b="1" dirty="0">
              <a:latin typeface="+mn-lt"/>
              <a:cs typeface="+mn-cs"/>
            </a:endParaRPr>
          </a:p>
        </p:txBody>
      </p:sp>
      <p:sp>
        <p:nvSpPr>
          <p:cNvPr id="10" name="Text Placeholder 13"/>
          <p:cNvSpPr txBox="1">
            <a:spLocks/>
          </p:cNvSpPr>
          <p:nvPr/>
        </p:nvSpPr>
        <p:spPr>
          <a:xfrm>
            <a:off x="558155" y="844823"/>
            <a:ext cx="3166884" cy="358775"/>
          </a:xfrm>
          <a:prstGeom prst="rect">
            <a:avLst/>
          </a:prstGeom>
        </p:spPr>
        <p:txBody>
          <a:bodyPr/>
          <a:lstStyle>
            <a:lvl1pPr marL="342900" indent="-342900" algn="l" defTabSz="914400" rtl="0" eaLnBrk="1" latinLnBrk="0" hangingPunct="1">
              <a:spcBef>
                <a:spcPct val="20000"/>
              </a:spcBef>
              <a:buFont typeface="Arial" pitchFamily="34" charset="0"/>
              <a:buChar char="•"/>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11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05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base">
              <a:buNone/>
            </a:pPr>
            <a:r>
              <a:rPr lang="en-US" sz="2800" dirty="0">
                <a:solidFill>
                  <a:schemeClr val="accent1">
                    <a:lumMod val="60000"/>
                    <a:lumOff val="40000"/>
                  </a:schemeClr>
                </a:solidFill>
              </a:rPr>
              <a:t>pros</a:t>
            </a:r>
            <a:r>
              <a:rPr lang="en-US" sz="2800" dirty="0"/>
              <a:t> and </a:t>
            </a:r>
            <a:r>
              <a:rPr lang="en-US" sz="2800" dirty="0">
                <a:solidFill>
                  <a:schemeClr val="accent2">
                    <a:lumMod val="60000"/>
                    <a:lumOff val="40000"/>
                  </a:schemeClr>
                </a:solidFill>
              </a:rPr>
              <a:t>cons</a:t>
            </a:r>
            <a:r>
              <a:rPr lang="en-US" sz="2800" dirty="0"/>
              <a:t> </a:t>
            </a:r>
          </a:p>
        </p:txBody>
      </p:sp>
      <p:grpSp>
        <p:nvGrpSpPr>
          <p:cNvPr id="12" name="Group 11"/>
          <p:cNvGrpSpPr/>
          <p:nvPr/>
        </p:nvGrpSpPr>
        <p:grpSpPr>
          <a:xfrm>
            <a:off x="597799" y="1326838"/>
            <a:ext cx="3095576" cy="45719"/>
            <a:chOff x="5364088" y="2016000"/>
            <a:chExt cx="3168352" cy="41101"/>
          </a:xfrm>
        </p:grpSpPr>
        <p:cxnSp>
          <p:nvCxnSpPr>
            <p:cNvPr id="13" name="Straight Connector 12"/>
            <p:cNvCxnSpPr/>
            <p:nvPr/>
          </p:nvCxnSpPr>
          <p:spPr>
            <a:xfrm>
              <a:off x="5364088" y="2016000"/>
              <a:ext cx="3168352" cy="0"/>
            </a:xfrm>
            <a:prstGeom prst="line">
              <a:avLst/>
            </a:prstGeom>
            <a:ln w="3175" cmpd="sng">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364088" y="2057101"/>
              <a:ext cx="3168352" cy="0"/>
            </a:xfrm>
            <a:prstGeom prst="line">
              <a:avLst/>
            </a:prstGeom>
            <a:ln w="3175" cmpd="sng">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sp>
        <p:nvSpPr>
          <p:cNvPr id="2" name="Rectangle 1"/>
          <p:cNvSpPr/>
          <p:nvPr/>
        </p:nvSpPr>
        <p:spPr>
          <a:xfrm>
            <a:off x="432048" y="1563638"/>
            <a:ext cx="4206788" cy="3170099"/>
          </a:xfrm>
          <a:prstGeom prst="rect">
            <a:avLst/>
          </a:prstGeom>
        </p:spPr>
        <p:txBody>
          <a:bodyPr wrap="square">
            <a:spAutoFit/>
          </a:bodyPr>
          <a:lstStyle/>
          <a:p>
            <a:r>
              <a:rPr lang="en-US" sz="1200" b="1" dirty="0" smtClean="0"/>
              <a:t>Better </a:t>
            </a:r>
            <a:r>
              <a:rPr lang="en-US" sz="1200" b="1" dirty="0"/>
              <a:t>HTML/CSS decoupling</a:t>
            </a:r>
          </a:p>
          <a:p>
            <a:r>
              <a:rPr lang="en-US" sz="1100" dirty="0"/>
              <a:t>By avoiding use of HTML element names in CSS selectors, BEM makes CSS code readily portable to a different HTML structure</a:t>
            </a:r>
            <a:r>
              <a:rPr lang="en-US" sz="1100" dirty="0" smtClean="0"/>
              <a:t>.</a:t>
            </a:r>
          </a:p>
          <a:p>
            <a:endParaRPr lang="en-US" sz="1100" dirty="0"/>
          </a:p>
          <a:p>
            <a:r>
              <a:rPr lang="en-US" sz="1200" b="1" dirty="0"/>
              <a:t>Better CSS performance</a:t>
            </a:r>
          </a:p>
          <a:p>
            <a:r>
              <a:rPr lang="en-US" sz="1100" dirty="0"/>
              <a:t>Browsers evaluate CSS selectors right to left and BEM encourages frontend developers to create a flat CSS structure with no nested selectors. So the less browsers have to evaluate, the faster they can render</a:t>
            </a:r>
            <a:r>
              <a:rPr lang="en-US" sz="1100" dirty="0" smtClean="0"/>
              <a:t>.</a:t>
            </a:r>
          </a:p>
          <a:p>
            <a:endParaRPr lang="en-US" sz="1100" dirty="0"/>
          </a:p>
          <a:p>
            <a:r>
              <a:rPr lang="en-US" sz="1200" b="1" dirty="0"/>
              <a:t>No CSS conflicts</a:t>
            </a:r>
          </a:p>
          <a:p>
            <a:r>
              <a:rPr lang="en-US" sz="1100" dirty="0"/>
              <a:t>BEM avoids CSS conflicts by using unique contextual class names for every block, element and modifier combination</a:t>
            </a:r>
            <a:r>
              <a:rPr lang="en-US" sz="1100" dirty="0" smtClean="0"/>
              <a:t>.</a:t>
            </a:r>
          </a:p>
          <a:p>
            <a:endParaRPr lang="en-US" sz="1100" dirty="0"/>
          </a:p>
          <a:p>
            <a:r>
              <a:rPr lang="en-US" sz="1200" b="1" dirty="0"/>
              <a:t>Ease of code maintenance</a:t>
            </a:r>
          </a:p>
          <a:p>
            <a:r>
              <a:rPr lang="en-US" sz="1100" dirty="0"/>
              <a:t>BEM's modular approach encourages developing independent modules of code and hence easier to maintain &amp; update without affecting other modules in the project.</a:t>
            </a:r>
            <a:endParaRPr lang="he-IL" sz="1100" dirty="0"/>
          </a:p>
        </p:txBody>
      </p:sp>
      <p:sp>
        <p:nvSpPr>
          <p:cNvPr id="3" name="Rectangle 2"/>
          <p:cNvSpPr/>
          <p:nvPr/>
        </p:nvSpPr>
        <p:spPr>
          <a:xfrm>
            <a:off x="4638836" y="1547956"/>
            <a:ext cx="4248472" cy="1815882"/>
          </a:xfrm>
          <a:prstGeom prst="rect">
            <a:avLst/>
          </a:prstGeom>
        </p:spPr>
        <p:txBody>
          <a:bodyPr wrap="square">
            <a:spAutoFit/>
          </a:bodyPr>
          <a:lstStyle/>
          <a:p>
            <a:r>
              <a:rPr lang="en-US" sz="1400" b="1" dirty="0" smtClean="0"/>
              <a:t>File </a:t>
            </a:r>
            <a:r>
              <a:rPr lang="en-US" sz="1400" b="1" dirty="0"/>
              <a:t>size bloating</a:t>
            </a:r>
          </a:p>
          <a:p>
            <a:r>
              <a:rPr lang="en-US" sz="1200" dirty="0"/>
              <a:t>It is known that BEM can bloat file sizes with the longer CSS class names, but this can easily be overcome by minifying and </a:t>
            </a:r>
            <a:r>
              <a:rPr lang="en-US" sz="1200" dirty="0" err="1"/>
              <a:t>gzipping</a:t>
            </a:r>
            <a:r>
              <a:rPr lang="en-US" sz="1200" dirty="0"/>
              <a:t> production code</a:t>
            </a:r>
            <a:r>
              <a:rPr lang="en-US" sz="1200" dirty="0" smtClean="0"/>
              <a:t>.</a:t>
            </a:r>
          </a:p>
          <a:p>
            <a:endParaRPr lang="en-US" sz="1200" dirty="0"/>
          </a:p>
          <a:p>
            <a:r>
              <a:rPr lang="en-US" sz="1400" b="1" dirty="0"/>
              <a:t>Ugly HTML code</a:t>
            </a:r>
          </a:p>
          <a:p>
            <a:r>
              <a:rPr lang="en-US" sz="1200" dirty="0"/>
              <a:t>While the overall HTML code does 'look' ugly with BEM class names, the visitor of the website or application will not look in the source too often, so it is not really an issue.</a:t>
            </a:r>
            <a:endParaRPr lang="he-IL" sz="1200" dirty="0"/>
          </a:p>
        </p:txBody>
      </p:sp>
    </p:spTree>
    <p:extLst>
      <p:ext uri="{BB962C8B-B14F-4D97-AF65-F5344CB8AC3E}">
        <p14:creationId xmlns:p14="http://schemas.microsoft.com/office/powerpoint/2010/main" val="34175155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AA">
      <a:dk1>
        <a:srgbClr val="323232"/>
      </a:dk1>
      <a:lt1>
        <a:srgbClr val="FFFFFF"/>
      </a:lt1>
      <a:dk2>
        <a:srgbClr val="323232"/>
      </a:dk2>
      <a:lt2>
        <a:srgbClr val="C0C0C0"/>
      </a:lt2>
      <a:accent1>
        <a:srgbClr val="9FCE4D"/>
      </a:accent1>
      <a:accent2>
        <a:srgbClr val="E9A922"/>
      </a:accent2>
      <a:accent3>
        <a:srgbClr val="67B9E1"/>
      </a:accent3>
      <a:accent4>
        <a:srgbClr val="F25859"/>
      </a:accent4>
      <a:accent5>
        <a:srgbClr val="A1A1AF"/>
      </a:accent5>
      <a:accent6>
        <a:srgbClr val="E673BA"/>
      </a:accent6>
      <a:hlink>
        <a:srgbClr val="4BACC6"/>
      </a:hlink>
      <a:folHlink>
        <a:srgbClr val="5F497A"/>
      </a:folHlink>
    </a:clrScheme>
    <a:fontScheme name="A">
      <a:majorFont>
        <a:latin typeface="Georgia"/>
        <a:ea typeface=""/>
        <a:cs typeface=""/>
      </a:majorFont>
      <a:minorFont>
        <a:latin typeface="Roboto 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2744</TotalTime>
  <Words>903</Words>
  <Application>Microsoft Office PowerPoint</Application>
  <PresentationFormat>On-screen Show (16:9)</PresentationFormat>
  <Paragraphs>168</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BEM &amp; SMACSS </vt:lpstr>
      <vt:lpstr>SMACSS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Cat</dc:creator>
  <cp:lastModifiedBy>Nir Zigdon</cp:lastModifiedBy>
  <cp:revision>231</cp:revision>
  <dcterms:created xsi:type="dcterms:W3CDTF">2014-09-29T08:45:48Z</dcterms:created>
  <dcterms:modified xsi:type="dcterms:W3CDTF">2018-06-27T05:32:44Z</dcterms:modified>
</cp:coreProperties>
</file>